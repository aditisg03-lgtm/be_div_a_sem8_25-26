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06" r:id="rId1"/>
    <p:sldMasterId id="2147483894" r:id="rId2"/>
  </p:sldMasterIdLst>
  <p:notesMasterIdLst>
    <p:notesMasterId r:id="rId34"/>
  </p:notesMasterIdLst>
  <p:sldIdLst>
    <p:sldId id="256" r:id="rId3"/>
    <p:sldId id="257" r:id="rId4"/>
    <p:sldId id="269" r:id="rId5"/>
    <p:sldId id="270" r:id="rId6"/>
    <p:sldId id="304" r:id="rId7"/>
    <p:sldId id="271" r:id="rId8"/>
    <p:sldId id="272" r:id="rId9"/>
    <p:sldId id="274" r:id="rId10"/>
    <p:sldId id="275" r:id="rId11"/>
    <p:sldId id="273" r:id="rId12"/>
    <p:sldId id="298" r:id="rId13"/>
    <p:sldId id="301" r:id="rId14"/>
    <p:sldId id="281" r:id="rId15"/>
    <p:sldId id="303" r:id="rId16"/>
    <p:sldId id="284" r:id="rId17"/>
    <p:sldId id="286" r:id="rId18"/>
    <p:sldId id="285" r:id="rId19"/>
    <p:sldId id="288" r:id="rId20"/>
    <p:sldId id="287" r:id="rId21"/>
    <p:sldId id="289" r:id="rId22"/>
    <p:sldId id="305" r:id="rId23"/>
    <p:sldId id="306" r:id="rId24"/>
    <p:sldId id="308" r:id="rId25"/>
    <p:sldId id="309" r:id="rId26"/>
    <p:sldId id="307" r:id="rId27"/>
    <p:sldId id="310" r:id="rId28"/>
    <p:sldId id="311" r:id="rId29"/>
    <p:sldId id="312" r:id="rId30"/>
    <p:sldId id="299" r:id="rId31"/>
    <p:sldId id="295" r:id="rId32"/>
    <p:sldId id="296" r:id="rId33"/>
  </p:sldIdLst>
  <p:sldSz cx="10080625" cy="7559675"/>
  <p:notesSz cx="7559675" cy="10691813"/>
  <p:defaultTextStyle>
    <a:defPPr>
      <a:defRPr lang="en-US"/>
    </a:defPPr>
    <a:lvl1pPr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5pPr>
    <a:lvl6pPr marL="2286000" algn="l" defTabSz="914400" rtl="0" eaLnBrk="1" latinLnBrk="0" hangingPunct="1">
      <a:defRPr kern="1200">
        <a:solidFill>
          <a:schemeClr val="tx1"/>
        </a:solidFill>
        <a:latin typeface="Trebuchet MS" panose="020B0603020202020204" pitchFamily="34" charset="0"/>
        <a:ea typeface="+mn-ea"/>
        <a:cs typeface="+mn-cs"/>
      </a:defRPr>
    </a:lvl6pPr>
    <a:lvl7pPr marL="2743200" algn="l" defTabSz="914400" rtl="0" eaLnBrk="1" latinLnBrk="0" hangingPunct="1">
      <a:defRPr kern="1200">
        <a:solidFill>
          <a:schemeClr val="tx1"/>
        </a:solidFill>
        <a:latin typeface="Trebuchet MS" panose="020B0603020202020204" pitchFamily="34" charset="0"/>
        <a:ea typeface="+mn-ea"/>
        <a:cs typeface="+mn-cs"/>
      </a:defRPr>
    </a:lvl7pPr>
    <a:lvl8pPr marL="3200400" algn="l" defTabSz="914400" rtl="0" eaLnBrk="1" latinLnBrk="0" hangingPunct="1">
      <a:defRPr kern="1200">
        <a:solidFill>
          <a:schemeClr val="tx1"/>
        </a:solidFill>
        <a:latin typeface="Trebuchet MS" panose="020B0603020202020204" pitchFamily="34" charset="0"/>
        <a:ea typeface="+mn-ea"/>
        <a:cs typeface="+mn-cs"/>
      </a:defRPr>
    </a:lvl8pPr>
    <a:lvl9pPr marL="3657600" algn="l" defTabSz="914400" rtl="0" eaLnBrk="1" latinLnBrk="0" hangingPunct="1">
      <a:defRPr kern="1200">
        <a:solidFill>
          <a:schemeClr val="tx1"/>
        </a:solidFill>
        <a:latin typeface="Trebuchet MS" panose="020B0603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C5ECF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5D5DB5E-006B-40BA-9FFC-66907539537C}" v="237" dt="2025-09-12T09:43:38.07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32" autoAdjust="0"/>
  </p:normalViewPr>
  <p:slideViewPr>
    <p:cSldViewPr>
      <p:cViewPr varScale="1">
        <p:scale>
          <a:sx n="71" d="100"/>
          <a:sy n="71" d="100"/>
        </p:scale>
        <p:origin x="1608" y="53"/>
      </p:cViewPr>
      <p:guideLst>
        <p:guide orient="horz" pos="2160"/>
        <p:guide pos="2880"/>
      </p:guideLst>
    </p:cSldViewPr>
  </p:slideViewPr>
  <p:outlineViewPr>
    <p:cViewPr varScale="1">
      <p:scale>
        <a:sx n="170" d="200"/>
        <a:sy n="170" d="200"/>
      </p:scale>
      <p:origin x="0" y="0"/>
    </p:cViewPr>
  </p:outlineViewPr>
  <p:notesTextViewPr>
    <p:cViewPr>
      <p:scale>
        <a:sx n="1" d="1"/>
        <a:sy n="1" d="1"/>
      </p:scale>
      <p:origin x="0" y="0"/>
    </p:cViewPr>
  </p:notesTextViewPr>
  <p:notesViewPr>
    <p:cSldViewPr>
      <p:cViewPr varScale="1">
        <p:scale>
          <a:sx n="59" d="100"/>
          <a:sy n="59" d="100"/>
        </p:scale>
        <p:origin x="-175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microsoft.com/office/2015/10/relationships/revisionInfo" Target="revisionInfo.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C234CEF8-D29C-A0B6-57B9-DBEE08832249}"/>
              </a:ext>
            </a:extLst>
          </p:cNvPr>
          <p:cNvSpPr>
            <a:spLocks noGrp="1" noRot="1" noChangeAspect="1" noChangeArrowheads="1"/>
          </p:cNvSpPr>
          <p:nvPr>
            <p:ph type="sldImg"/>
          </p:nvPr>
        </p:nvSpPr>
        <p:spPr bwMode="auto">
          <a:xfrm>
            <a:off x="215900" y="812800"/>
            <a:ext cx="7126288" cy="4006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2" name="Rectangle 2">
            <a:extLst>
              <a:ext uri="{FF2B5EF4-FFF2-40B4-BE49-F238E27FC236}">
                <a16:creationId xmlns:a16="http://schemas.microsoft.com/office/drawing/2014/main" id="{939C1927-3C07-CCEF-1322-0C14052D2796}"/>
              </a:ext>
            </a:extLst>
          </p:cNvPr>
          <p:cNvSpPr>
            <a:spLocks noGrp="1" noChangeArrowheads="1"/>
          </p:cNvSpPr>
          <p:nvPr>
            <p:ph type="body"/>
          </p:nvPr>
        </p:nvSpPr>
        <p:spPr bwMode="auto">
          <a:xfrm>
            <a:off x="755650" y="5078413"/>
            <a:ext cx="6046788" cy="4810125"/>
          </a:xfrm>
          <a:prstGeom prst="rect">
            <a:avLst/>
          </a:prstGeom>
          <a:noFill/>
          <a:ln>
            <a:noFill/>
          </a:ln>
          <a:effectLst/>
        </p:spPr>
        <p:txBody>
          <a:bodyPr vert="horz" wrap="square" lIns="0" tIns="0" rIns="0" bIns="0" numCol="1" anchor="t" anchorCtr="0" compatLnSpc="1">
            <a:prstTxWarp prst="textNoShape">
              <a:avLst/>
            </a:prstTxWarp>
          </a:bodyPr>
          <a:lstStyle/>
          <a:p>
            <a:pPr lvl="0"/>
            <a:endParaRPr lang="en-US" altLang="en-US" noProof="0"/>
          </a:p>
        </p:txBody>
      </p:sp>
      <p:sp>
        <p:nvSpPr>
          <p:cNvPr id="3075" name="Rectangle 3">
            <a:extLst>
              <a:ext uri="{FF2B5EF4-FFF2-40B4-BE49-F238E27FC236}">
                <a16:creationId xmlns:a16="http://schemas.microsoft.com/office/drawing/2014/main" id="{88F6150E-296C-EE61-C99F-818C8AC03126}"/>
              </a:ext>
            </a:extLst>
          </p:cNvPr>
          <p:cNvSpPr>
            <a:spLocks noGrp="1" noChangeArrowheads="1"/>
          </p:cNvSpPr>
          <p:nvPr>
            <p:ph type="hdr"/>
          </p:nvPr>
        </p:nvSpPr>
        <p:spPr bwMode="auto">
          <a:xfrm>
            <a:off x="0" y="0"/>
            <a:ext cx="3279775" cy="533400"/>
          </a:xfrm>
          <a:prstGeom prst="rect">
            <a:avLst/>
          </a:prstGeom>
          <a:noFill/>
          <a:ln>
            <a:noFill/>
          </a:ln>
          <a:effectLst/>
        </p:spPr>
        <p:txBody>
          <a:bodyPr vert="horz" wrap="square" lIns="0" tIns="0" rIns="0" bIns="0" numCol="1" anchor="t" anchorCtr="0" compatLnSpc="1">
            <a:prstTxWarp prst="textNoShape">
              <a:avLst/>
            </a:prstTxWarp>
          </a:bodyPr>
          <a:lstStyle>
            <a:lvl1pPr eaLnBrk="1" fontAlgn="auto" hangingPunct="1">
              <a:lnSpc>
                <a:spcPct val="93000"/>
              </a:lnSpc>
              <a:spcBef>
                <a:spcPts val="0"/>
              </a:spcBef>
              <a:spcAft>
                <a:spcPts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sz="1400">
                <a:solidFill>
                  <a:srgbClr val="000000"/>
                </a:solidFill>
                <a:latin typeface="Times New Roman" panose="02020603050405020304" pitchFamily="18" charset="0"/>
                <a:cs typeface="DejaVu Sans" charset="0"/>
              </a:defRPr>
            </a:lvl1pPr>
          </a:lstStyle>
          <a:p>
            <a:pPr>
              <a:defRPr/>
            </a:pPr>
            <a:endParaRPr lang="en-IN" altLang="en-US"/>
          </a:p>
        </p:txBody>
      </p:sp>
      <p:sp>
        <p:nvSpPr>
          <p:cNvPr id="3076" name="Rectangle 4">
            <a:extLst>
              <a:ext uri="{FF2B5EF4-FFF2-40B4-BE49-F238E27FC236}">
                <a16:creationId xmlns:a16="http://schemas.microsoft.com/office/drawing/2014/main" id="{31ECFC01-4B2E-4CFA-2F42-BDB735913658}"/>
              </a:ext>
            </a:extLst>
          </p:cNvPr>
          <p:cNvSpPr>
            <a:spLocks noGrp="1" noChangeArrowheads="1"/>
          </p:cNvSpPr>
          <p:nvPr>
            <p:ph type="dt"/>
          </p:nvPr>
        </p:nvSpPr>
        <p:spPr bwMode="auto">
          <a:xfrm>
            <a:off x="4278313" y="0"/>
            <a:ext cx="3279775" cy="533400"/>
          </a:xfrm>
          <a:prstGeom prst="rect">
            <a:avLst/>
          </a:prstGeom>
          <a:noFill/>
          <a:ln>
            <a:noFill/>
          </a:ln>
          <a:effectLst/>
        </p:spPr>
        <p:txBody>
          <a:bodyPr vert="horz" wrap="square" lIns="0" tIns="0" rIns="0" bIns="0" numCol="1" anchor="t" anchorCtr="0" compatLnSpc="1">
            <a:prstTxWarp prst="textNoShape">
              <a:avLst/>
            </a:prstTxWarp>
          </a:bodyPr>
          <a:lstStyle>
            <a:lvl1pPr algn="r" eaLnBrk="1" fontAlgn="auto" hangingPunct="1">
              <a:lnSpc>
                <a:spcPct val="93000"/>
              </a:lnSpc>
              <a:spcBef>
                <a:spcPts val="0"/>
              </a:spcBef>
              <a:spcAft>
                <a:spcPts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sz="1400">
                <a:solidFill>
                  <a:srgbClr val="000000"/>
                </a:solidFill>
                <a:latin typeface="Times New Roman" panose="02020603050405020304" pitchFamily="18" charset="0"/>
                <a:cs typeface="DejaVu Sans" charset="0"/>
              </a:defRPr>
            </a:lvl1pPr>
          </a:lstStyle>
          <a:p>
            <a:pPr>
              <a:defRPr/>
            </a:pPr>
            <a:endParaRPr lang="en-IN" altLang="en-US"/>
          </a:p>
        </p:txBody>
      </p:sp>
      <p:sp>
        <p:nvSpPr>
          <p:cNvPr id="3077" name="Rectangle 5">
            <a:extLst>
              <a:ext uri="{FF2B5EF4-FFF2-40B4-BE49-F238E27FC236}">
                <a16:creationId xmlns:a16="http://schemas.microsoft.com/office/drawing/2014/main" id="{6F155363-60A2-CCD0-8793-5D80E83F5FA5}"/>
              </a:ext>
            </a:extLst>
          </p:cNvPr>
          <p:cNvSpPr>
            <a:spLocks noGrp="1" noChangeArrowheads="1"/>
          </p:cNvSpPr>
          <p:nvPr>
            <p:ph type="ftr"/>
          </p:nvPr>
        </p:nvSpPr>
        <p:spPr bwMode="auto">
          <a:xfrm>
            <a:off x="0" y="10156825"/>
            <a:ext cx="3279775" cy="533400"/>
          </a:xfrm>
          <a:prstGeom prst="rect">
            <a:avLst/>
          </a:prstGeom>
          <a:noFill/>
          <a:ln>
            <a:noFill/>
          </a:ln>
          <a:effectLst/>
        </p:spPr>
        <p:txBody>
          <a:bodyPr vert="horz" wrap="square" lIns="0" tIns="0" rIns="0" bIns="0" numCol="1" anchor="b" anchorCtr="0" compatLnSpc="1">
            <a:prstTxWarp prst="textNoShape">
              <a:avLst/>
            </a:prstTxWarp>
          </a:bodyPr>
          <a:lstStyle>
            <a:lvl1pPr eaLnBrk="1" fontAlgn="auto" hangingPunct="1">
              <a:lnSpc>
                <a:spcPct val="93000"/>
              </a:lnSpc>
              <a:spcBef>
                <a:spcPts val="0"/>
              </a:spcBef>
              <a:spcAft>
                <a:spcPts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sz="1400">
                <a:solidFill>
                  <a:srgbClr val="000000"/>
                </a:solidFill>
                <a:latin typeface="Times New Roman" panose="02020603050405020304" pitchFamily="18" charset="0"/>
                <a:cs typeface="DejaVu Sans" charset="0"/>
              </a:defRPr>
            </a:lvl1pPr>
          </a:lstStyle>
          <a:p>
            <a:pPr>
              <a:defRPr/>
            </a:pPr>
            <a:endParaRPr lang="en-IN" altLang="en-US"/>
          </a:p>
        </p:txBody>
      </p:sp>
      <p:sp>
        <p:nvSpPr>
          <p:cNvPr id="3078" name="Rectangle 6">
            <a:extLst>
              <a:ext uri="{FF2B5EF4-FFF2-40B4-BE49-F238E27FC236}">
                <a16:creationId xmlns:a16="http://schemas.microsoft.com/office/drawing/2014/main" id="{A1EACD51-542C-4CFF-C4E5-8A3EA0326BDE}"/>
              </a:ext>
            </a:extLst>
          </p:cNvPr>
          <p:cNvSpPr>
            <a:spLocks noGrp="1" noChangeArrowheads="1"/>
          </p:cNvSpPr>
          <p:nvPr>
            <p:ph type="sldNum"/>
          </p:nvPr>
        </p:nvSpPr>
        <p:spPr bwMode="auto">
          <a:xfrm>
            <a:off x="4278313" y="10156825"/>
            <a:ext cx="3279775" cy="533400"/>
          </a:xfrm>
          <a:prstGeom prst="rect">
            <a:avLst/>
          </a:prstGeom>
          <a:noFill/>
          <a:ln>
            <a:noFill/>
          </a:ln>
          <a:effectLst/>
        </p:spPr>
        <p:txBody>
          <a:bodyPr vert="horz" wrap="square" lIns="0" tIns="0" rIns="0" bIns="0" numCol="1" anchor="b" anchorCtr="0" compatLnSpc="1">
            <a:prstTxWarp prst="textNoShape">
              <a:avLst/>
            </a:prstTxWarp>
          </a:bodyPr>
          <a:lstStyle>
            <a:lvl1pPr algn="r" eaLnBrk="1" fontAlgn="auto" hangingPunct="1">
              <a:lnSpc>
                <a:spcPct val="93000"/>
              </a:lnSpc>
              <a:spcBef>
                <a:spcPts val="0"/>
              </a:spcBef>
              <a:spcAft>
                <a:spcPts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sz="1400">
                <a:solidFill>
                  <a:srgbClr val="000000"/>
                </a:solidFill>
                <a:latin typeface="Times New Roman" panose="02020603050405020304" pitchFamily="18" charset="0"/>
                <a:cs typeface="DejaVu Sans" charset="0"/>
              </a:defRPr>
            </a:lvl1pPr>
          </a:lstStyle>
          <a:p>
            <a:pPr>
              <a:defRPr/>
            </a:pPr>
            <a:fld id="{4B9D4FCA-6D69-4E37-B78E-DCEEE7830506}" type="slidenum">
              <a:rPr lang="en-IN" altLang="en-US"/>
              <a:pPr>
                <a:defRPr/>
              </a:pPr>
              <a:t>‹#›</a:t>
            </a:fld>
            <a:endParaRPr lang="en-IN" altLang="en-US"/>
          </a:p>
        </p:txBody>
      </p:sp>
    </p:spTree>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1pPr>
    <a:lvl2pPr marL="742950" indent="-28575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2pPr>
    <a:lvl3pPr marL="11430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3pPr>
    <a:lvl4pPr marL="16002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4pPr>
    <a:lvl5pPr marL="20574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Rectangle 6">
            <a:extLst>
              <a:ext uri="{FF2B5EF4-FFF2-40B4-BE49-F238E27FC236}">
                <a16:creationId xmlns:a16="http://schemas.microsoft.com/office/drawing/2014/main" id="{B12394FD-043F-E089-20F7-E505CB85CC64}"/>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23D8F9B5-A6D5-49C4-90D6-164F8BCC0E39}" type="slidenum">
              <a:rPr lang="en-IN" altLang="en-US" sz="1400" smtClean="0"/>
              <a:pPr fontAlgn="base">
                <a:spcBef>
                  <a:spcPct val="0"/>
                </a:spcBef>
                <a:spcAft>
                  <a:spcPct val="0"/>
                </a:spcAft>
              </a:pPr>
              <a:t>1</a:t>
            </a:fld>
            <a:endParaRPr lang="en-IN" altLang="en-US" sz="1400"/>
          </a:p>
        </p:txBody>
      </p:sp>
      <p:sp>
        <p:nvSpPr>
          <p:cNvPr id="9219" name="Rectangle 1">
            <a:extLst>
              <a:ext uri="{FF2B5EF4-FFF2-40B4-BE49-F238E27FC236}">
                <a16:creationId xmlns:a16="http://schemas.microsoft.com/office/drawing/2014/main" id="{EC5A404B-A61F-E858-42BE-F85B7A7A4302}"/>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220" name="Rectangle 2">
            <a:extLst>
              <a:ext uri="{FF2B5EF4-FFF2-40B4-BE49-F238E27FC236}">
                <a16:creationId xmlns:a16="http://schemas.microsoft.com/office/drawing/2014/main" id="{C562FAF8-ED14-2BAE-7218-A9C0F0F11A24}"/>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266" name="Rectangle 6">
            <a:extLst>
              <a:ext uri="{FF2B5EF4-FFF2-40B4-BE49-F238E27FC236}">
                <a16:creationId xmlns:a16="http://schemas.microsoft.com/office/drawing/2014/main" id="{CBBA6F82-22D5-CC9B-FB8A-DB5D7D0FE735}"/>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marL="0" marR="0" lvl="0" indent="0" algn="r" defTabSz="457200" rtl="0" eaLnBrk="1" fontAlgn="base" latinLnBrk="0" hangingPunct="1">
              <a:lnSpc>
                <a:spcPct val="93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fld id="{60B2494A-D732-4D6B-86ED-992C89A2F56F}" type="slidenum">
              <a:rPr kumimoji="0" lang="en-IN"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rPr>
              <a:pPr marL="0" marR="0" lvl="0" indent="0" algn="r" defTabSz="457200" rtl="0" eaLnBrk="1" fontAlgn="base" latinLnBrk="0" hangingPunct="1">
                <a:lnSpc>
                  <a:spcPct val="93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Lst>
                <a:defRPr/>
              </a:pPr>
              <a:t>2</a:t>
            </a:fld>
            <a:endParaRPr kumimoji="0" lang="en-IN" altLang="en-US" sz="1400" b="0" i="0" u="none" strike="noStrike" kern="1200" cap="none" spc="0" normalizeH="0" baseline="0" noProof="0">
              <a:ln>
                <a:noFill/>
              </a:ln>
              <a:solidFill>
                <a:srgbClr val="000000"/>
              </a:solidFill>
              <a:effectLst/>
              <a:uLnTx/>
              <a:uFillTx/>
              <a:latin typeface="Times New Roman" panose="02020603050405020304" pitchFamily="18" charset="0"/>
              <a:ea typeface="+mn-ea"/>
            </a:endParaRPr>
          </a:p>
        </p:txBody>
      </p:sp>
      <p:sp>
        <p:nvSpPr>
          <p:cNvPr id="11267" name="Rectangle 1">
            <a:extLst>
              <a:ext uri="{FF2B5EF4-FFF2-40B4-BE49-F238E27FC236}">
                <a16:creationId xmlns:a16="http://schemas.microsoft.com/office/drawing/2014/main" id="{9AA34CDB-8E5E-253B-60C0-81A4685EC868}"/>
              </a:ext>
            </a:extLst>
          </p:cNvPr>
          <p:cNvSpPr>
            <a:spLocks noGrp="1" noRot="1" noChangeAspect="1" noChangeArrowheads="1" noTextEdit="1"/>
          </p:cNvSpPr>
          <p:nvPr>
            <p:ph type="sldImg"/>
          </p:nvPr>
        </p:nvSpPr>
        <p:spPr>
          <a:xfrm>
            <a:off x="1106488" y="812800"/>
            <a:ext cx="5346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268" name="Rectangle 2">
            <a:extLst>
              <a:ext uri="{FF2B5EF4-FFF2-40B4-BE49-F238E27FC236}">
                <a16:creationId xmlns:a16="http://schemas.microsoft.com/office/drawing/2014/main" id="{E429A71A-87DF-A03B-0393-834ED880F18A}"/>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E86C0-2F40-A4B9-8AE4-5F9587EBDD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5B6165-9BA1-21F3-87F6-F54D833D264A}"/>
              </a:ext>
            </a:extLst>
          </p:cNvPr>
          <p:cNvSpPr>
            <a:spLocks noGrp="1" noRot="1" noChangeAspect="1"/>
          </p:cNvSpPr>
          <p:nvPr>
            <p:ph type="sldImg"/>
          </p:nvPr>
        </p:nvSpPr>
        <p:spPr>
          <a:xfrm>
            <a:off x="1108075" y="812800"/>
            <a:ext cx="5341938" cy="4006850"/>
          </a:xfrm>
        </p:spPr>
      </p:sp>
      <p:sp>
        <p:nvSpPr>
          <p:cNvPr id="3" name="Notes Placeholder 2">
            <a:extLst>
              <a:ext uri="{FF2B5EF4-FFF2-40B4-BE49-F238E27FC236}">
                <a16:creationId xmlns:a16="http://schemas.microsoft.com/office/drawing/2014/main" id="{3F826FC1-79C7-885B-8807-9A9425876E5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37E20FB-A721-1687-7DE6-F4624F7920F7}"/>
              </a:ext>
            </a:extLst>
          </p:cNvPr>
          <p:cNvSpPr>
            <a:spLocks noGrp="1"/>
          </p:cNvSpPr>
          <p:nvPr>
            <p:ph type="sldNum"/>
          </p:nvPr>
        </p:nvSpPr>
        <p:spPr/>
        <p:txBody>
          <a:bodyPr/>
          <a:lstStyle/>
          <a:p>
            <a:pPr>
              <a:defRPr/>
            </a:pPr>
            <a:fld id="{4B9D4FCA-6D69-4E37-B78E-DCEEE7830506}" type="slidenum">
              <a:rPr lang="en-IN" altLang="en-US" smtClean="0"/>
              <a:pPr>
                <a:defRPr/>
              </a:pPr>
              <a:t>12</a:t>
            </a:fld>
            <a:endParaRPr lang="en-IN" altLang="en-US"/>
          </a:p>
        </p:txBody>
      </p:sp>
    </p:spTree>
    <p:extLst>
      <p:ext uri="{BB962C8B-B14F-4D97-AF65-F5344CB8AC3E}">
        <p14:creationId xmlns:p14="http://schemas.microsoft.com/office/powerpoint/2010/main" val="38218881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17">
            <a:extLst>
              <a:ext uri="{FF2B5EF4-FFF2-40B4-BE49-F238E27FC236}">
                <a16:creationId xmlns:a16="http://schemas.microsoft.com/office/drawing/2014/main" id="{CDF91613-CD1E-7F58-137F-5125926AEC64}"/>
              </a:ext>
            </a:extLst>
          </p:cNvPr>
          <p:cNvGrpSpPr>
            <a:grpSpLocks/>
          </p:cNvGrpSpPr>
          <p:nvPr/>
        </p:nvGrpSpPr>
        <p:grpSpPr bwMode="auto">
          <a:xfrm>
            <a:off x="-9525" y="-9525"/>
            <a:ext cx="10110788" cy="7578725"/>
            <a:chOff x="-8466" y="-8468"/>
            <a:chExt cx="9171316" cy="6874935"/>
          </a:xfrm>
        </p:grpSpPr>
        <p:cxnSp>
          <p:nvCxnSpPr>
            <p:cNvPr id="5" name="Straight Connector 4">
              <a:extLst>
                <a:ext uri="{FF2B5EF4-FFF2-40B4-BE49-F238E27FC236}">
                  <a16:creationId xmlns:a16="http://schemas.microsoft.com/office/drawing/2014/main" id="{0BF93D90-FE7A-108F-1E26-633E5A604430}"/>
                </a:ext>
              </a:extLst>
            </p:cNvPr>
            <p:cNvCxnSpPr/>
            <p:nvPr/>
          </p:nvCxnSpPr>
          <p:spPr>
            <a:xfrm flipV="1">
              <a:off x="5130870" y="4174961"/>
              <a:ext cx="4021900" cy="268286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B23E5CE3-46DA-A777-EB6F-6395848ABE97}"/>
                </a:ext>
              </a:extLst>
            </p:cNvPr>
            <p:cNvCxnSpPr/>
            <p:nvPr/>
          </p:nvCxnSpPr>
          <p:spPr>
            <a:xfrm>
              <a:off x="7043180" y="172"/>
              <a:ext cx="1218234" cy="6857654"/>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7" name="Freeform 29">
              <a:extLst>
                <a:ext uri="{FF2B5EF4-FFF2-40B4-BE49-F238E27FC236}">
                  <a16:creationId xmlns:a16="http://schemas.microsoft.com/office/drawing/2014/main" id="{6B704838-9DEE-CA27-F0AB-356E55B19666}"/>
                </a:ext>
              </a:extLst>
            </p:cNvPr>
            <p:cNvSpPr/>
            <p:nvPr/>
          </p:nvSpPr>
          <p:spPr>
            <a:xfrm>
              <a:off x="6891981" y="172"/>
              <a:ext cx="2269429" cy="6866295"/>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Freeform 30">
              <a:extLst>
                <a:ext uri="{FF2B5EF4-FFF2-40B4-BE49-F238E27FC236}">
                  <a16:creationId xmlns:a16="http://schemas.microsoft.com/office/drawing/2014/main" id="{094FF04A-0743-9296-E07F-34229EBC73C5}"/>
                </a:ext>
              </a:extLst>
            </p:cNvPr>
            <p:cNvSpPr/>
            <p:nvPr/>
          </p:nvSpPr>
          <p:spPr>
            <a:xfrm>
              <a:off x="7204459" y="-8468"/>
              <a:ext cx="1948310" cy="6866295"/>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Freeform 31">
              <a:extLst>
                <a:ext uri="{FF2B5EF4-FFF2-40B4-BE49-F238E27FC236}">
                  <a16:creationId xmlns:a16="http://schemas.microsoft.com/office/drawing/2014/main" id="{19EC70B5-CCBC-996E-0580-8CD1841DBD29}"/>
                </a:ext>
              </a:extLst>
            </p:cNvPr>
            <p:cNvSpPr/>
            <p:nvPr/>
          </p:nvSpPr>
          <p:spPr>
            <a:xfrm>
              <a:off x="6638542" y="3920066"/>
              <a:ext cx="2512788" cy="2937760"/>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32">
              <a:extLst>
                <a:ext uri="{FF2B5EF4-FFF2-40B4-BE49-F238E27FC236}">
                  <a16:creationId xmlns:a16="http://schemas.microsoft.com/office/drawing/2014/main" id="{6DDA5EAF-4334-1E53-2B28-92A4DD7EB508}"/>
                </a:ext>
              </a:extLst>
            </p:cNvPr>
            <p:cNvSpPr/>
            <p:nvPr/>
          </p:nvSpPr>
          <p:spPr>
            <a:xfrm>
              <a:off x="7010060" y="-8468"/>
              <a:ext cx="2142710" cy="6866295"/>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33">
              <a:extLst>
                <a:ext uri="{FF2B5EF4-FFF2-40B4-BE49-F238E27FC236}">
                  <a16:creationId xmlns:a16="http://schemas.microsoft.com/office/drawing/2014/main" id="{BA452C92-1077-60B5-962B-B108D8025233}"/>
                </a:ext>
              </a:extLst>
            </p:cNvPr>
            <p:cNvSpPr/>
            <p:nvPr/>
          </p:nvSpPr>
          <p:spPr>
            <a:xfrm>
              <a:off x="8295974" y="-8468"/>
              <a:ext cx="856795" cy="6866295"/>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34">
              <a:extLst>
                <a:ext uri="{FF2B5EF4-FFF2-40B4-BE49-F238E27FC236}">
                  <a16:creationId xmlns:a16="http://schemas.microsoft.com/office/drawing/2014/main" id="{94021843-474F-639E-81A0-1C5AA6CAF0D2}"/>
                </a:ext>
              </a:extLst>
            </p:cNvPr>
            <p:cNvSpPr/>
            <p:nvPr/>
          </p:nvSpPr>
          <p:spPr>
            <a:xfrm>
              <a:off x="8094375" y="-8468"/>
              <a:ext cx="1067034" cy="6866295"/>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35">
              <a:extLst>
                <a:ext uri="{FF2B5EF4-FFF2-40B4-BE49-F238E27FC236}">
                  <a16:creationId xmlns:a16="http://schemas.microsoft.com/office/drawing/2014/main" id="{325769F1-28A0-6CC2-D183-B864ABD94D91}"/>
                </a:ext>
              </a:extLst>
            </p:cNvPr>
            <p:cNvSpPr/>
            <p:nvPr/>
          </p:nvSpPr>
          <p:spPr>
            <a:xfrm>
              <a:off x="8068455" y="4893559"/>
              <a:ext cx="1094395"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7">
              <a:extLst>
                <a:ext uri="{FF2B5EF4-FFF2-40B4-BE49-F238E27FC236}">
                  <a16:creationId xmlns:a16="http://schemas.microsoft.com/office/drawing/2014/main" id="{A6B60C44-9202-23C7-48D7-9CF1B70B05C1}"/>
                </a:ext>
              </a:extLst>
            </p:cNvPr>
            <p:cNvSpPr/>
            <p:nvPr/>
          </p:nvSpPr>
          <p:spPr>
            <a:xfrm>
              <a:off x="-8466" y="-8468"/>
              <a:ext cx="863996" cy="5698391"/>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403" y="2650553"/>
            <a:ext cx="6423553" cy="1814743"/>
          </a:xfrm>
        </p:spPr>
        <p:txBody>
          <a:bodyPr anchor="b">
            <a:noAutofit/>
          </a:bodyPr>
          <a:lstStyle>
            <a:lvl1pPr algn="r">
              <a:defRPr sz="5952">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246403" y="4465295"/>
            <a:ext cx="6423553" cy="1209128"/>
          </a:xfrm>
        </p:spPr>
        <p:txBody>
          <a:bodyP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en-US"/>
              <a:t>Click to edit Master subtitle style</a:t>
            </a:r>
            <a:endParaRPr lang="en-US" dirty="0"/>
          </a:p>
        </p:txBody>
      </p:sp>
      <p:sp>
        <p:nvSpPr>
          <p:cNvPr id="15" name="Date Placeholder 3">
            <a:extLst>
              <a:ext uri="{FF2B5EF4-FFF2-40B4-BE49-F238E27FC236}">
                <a16:creationId xmlns:a16="http://schemas.microsoft.com/office/drawing/2014/main" id="{15584D95-37C6-1D0B-AC82-965D6F67B3E3}"/>
              </a:ext>
            </a:extLst>
          </p:cNvPr>
          <p:cNvSpPr>
            <a:spLocks noGrp="1"/>
          </p:cNvSpPr>
          <p:nvPr>
            <p:ph type="dt" sz="half" idx="10"/>
          </p:nvPr>
        </p:nvSpPr>
        <p:spPr/>
        <p:txBody>
          <a:bodyPr/>
          <a:lstStyle>
            <a:lvl1pPr>
              <a:defRPr/>
            </a:lvl1pPr>
          </a:lstStyle>
          <a:p>
            <a:pPr>
              <a:defRPr/>
            </a:pPr>
            <a:fld id="{07C5C47F-C738-495F-AC97-455A857BC299}" type="datetimeFigureOut">
              <a:rPr lang="en-US"/>
              <a:pPr>
                <a:defRPr/>
              </a:pPr>
              <a:t>2/13/2026</a:t>
            </a:fld>
            <a:endParaRPr lang="en-US" dirty="0"/>
          </a:p>
        </p:txBody>
      </p:sp>
      <p:sp>
        <p:nvSpPr>
          <p:cNvPr id="16" name="Footer Placeholder 4">
            <a:extLst>
              <a:ext uri="{FF2B5EF4-FFF2-40B4-BE49-F238E27FC236}">
                <a16:creationId xmlns:a16="http://schemas.microsoft.com/office/drawing/2014/main" id="{E944137A-39AF-A4CB-09B0-BC5ADBBB2393}"/>
              </a:ext>
            </a:extLst>
          </p:cNvPr>
          <p:cNvSpPr>
            <a:spLocks noGrp="1"/>
          </p:cNvSpPr>
          <p:nvPr>
            <p:ph type="ftr" sz="quarter" idx="11"/>
          </p:nvPr>
        </p:nvSpPr>
        <p:spPr/>
        <p:txBody>
          <a:bodyPr/>
          <a:lstStyle>
            <a:lvl1pPr>
              <a:defRPr/>
            </a:lvl1pPr>
          </a:lstStyle>
          <a:p>
            <a:pPr>
              <a:defRPr/>
            </a:pPr>
            <a:endParaRPr lang="en-US"/>
          </a:p>
        </p:txBody>
      </p:sp>
      <p:sp>
        <p:nvSpPr>
          <p:cNvPr id="17" name="Slide Number Placeholder 5">
            <a:extLst>
              <a:ext uri="{FF2B5EF4-FFF2-40B4-BE49-F238E27FC236}">
                <a16:creationId xmlns:a16="http://schemas.microsoft.com/office/drawing/2014/main" id="{99D2C85C-E09D-DE9A-F17C-8111D4A68CB1}"/>
              </a:ext>
            </a:extLst>
          </p:cNvPr>
          <p:cNvSpPr>
            <a:spLocks noGrp="1"/>
          </p:cNvSpPr>
          <p:nvPr>
            <p:ph type="sldNum" sz="quarter" idx="12"/>
          </p:nvPr>
        </p:nvSpPr>
        <p:spPr/>
        <p:txBody>
          <a:bodyPr/>
          <a:lstStyle>
            <a:lvl1pPr>
              <a:defRPr/>
            </a:lvl1pPr>
          </a:lstStyle>
          <a:p>
            <a:pPr>
              <a:defRPr/>
            </a:pPr>
            <a:fld id="{80BA8228-B506-45D9-9FD6-C049F8B02CC9}" type="slidenum">
              <a:rPr lang="en-US"/>
              <a:pPr>
                <a:defRPr/>
              </a:pPr>
              <a:t>‹#›</a:t>
            </a:fld>
            <a:endParaRPr lang="en-US" dirty="0"/>
          </a:p>
        </p:txBody>
      </p:sp>
    </p:spTree>
    <p:extLst>
      <p:ext uri="{BB962C8B-B14F-4D97-AF65-F5344CB8AC3E}">
        <p14:creationId xmlns:p14="http://schemas.microsoft.com/office/powerpoint/2010/main" val="229713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601EC6E-DA46-4B53-5019-EACCC0DC2409}"/>
              </a:ext>
            </a:extLst>
          </p:cNvPr>
          <p:cNvSpPr>
            <a:spLocks noGrp="1"/>
          </p:cNvSpPr>
          <p:nvPr>
            <p:ph type="dt" sz="half" idx="10"/>
          </p:nvPr>
        </p:nvSpPr>
        <p:spPr/>
        <p:txBody>
          <a:bodyPr/>
          <a:lstStyle>
            <a:lvl1pPr>
              <a:defRPr/>
            </a:lvl1pPr>
          </a:lstStyle>
          <a:p>
            <a:pPr>
              <a:defRPr/>
            </a:pPr>
            <a:fld id="{DA3B1BB7-D798-4731-8807-830A8E88B6A8}" type="datetimeFigureOut">
              <a:rPr lang="en-US"/>
              <a:pPr>
                <a:defRPr/>
              </a:pPr>
              <a:t>2/13/2026</a:t>
            </a:fld>
            <a:endParaRPr lang="en-US" dirty="0"/>
          </a:p>
        </p:txBody>
      </p:sp>
      <p:sp>
        <p:nvSpPr>
          <p:cNvPr id="5" name="Footer Placeholder 4">
            <a:extLst>
              <a:ext uri="{FF2B5EF4-FFF2-40B4-BE49-F238E27FC236}">
                <a16:creationId xmlns:a16="http://schemas.microsoft.com/office/drawing/2014/main" id="{9F2FBCB8-A067-7484-61A1-95D256C6CDE4}"/>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D80E67CF-EA96-9B9F-4361-5EA0D31B0976}"/>
              </a:ext>
            </a:extLst>
          </p:cNvPr>
          <p:cNvSpPr>
            <a:spLocks noGrp="1"/>
          </p:cNvSpPr>
          <p:nvPr>
            <p:ph type="sldNum" sz="quarter" idx="12"/>
          </p:nvPr>
        </p:nvSpPr>
        <p:spPr/>
        <p:txBody>
          <a:bodyPr/>
          <a:lstStyle>
            <a:lvl1pPr>
              <a:defRPr/>
            </a:lvl1pPr>
          </a:lstStyle>
          <a:p>
            <a:pPr>
              <a:defRPr/>
            </a:pPr>
            <a:fld id="{3C9FDC55-5928-475A-87B8-5EEB8FE3E55F}" type="slidenum">
              <a:rPr lang="en-US"/>
              <a:pPr>
                <a:defRPr/>
              </a:pPr>
              <a:t>‹#›</a:t>
            </a:fld>
            <a:endParaRPr lang="en-US" dirty="0"/>
          </a:p>
        </p:txBody>
      </p:sp>
    </p:spTree>
    <p:extLst>
      <p:ext uri="{BB962C8B-B14F-4D97-AF65-F5344CB8AC3E}">
        <p14:creationId xmlns:p14="http://schemas.microsoft.com/office/powerpoint/2010/main" val="2899257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2040" y="2977208"/>
            <a:ext cx="6997915" cy="2013467"/>
          </a:xfrm>
        </p:spPr>
        <p:txBody>
          <a:bodyPr anchor="b"/>
          <a:lstStyle>
            <a:lvl1pPr algn="l">
              <a:defRPr sz="4409" b="0" cap="none"/>
            </a:lvl1pPr>
          </a:lstStyle>
          <a:p>
            <a:r>
              <a:rPr lang="en-US"/>
              <a:t>Click to edit Master title style</a:t>
            </a:r>
            <a:endParaRPr lang="en-US" dirty="0"/>
          </a:p>
        </p:txBody>
      </p:sp>
      <p:sp>
        <p:nvSpPr>
          <p:cNvPr id="3" name="Text Placeholder 2"/>
          <p:cNvSpPr>
            <a:spLocks noGrp="1"/>
          </p:cNvSpPr>
          <p:nvPr>
            <p:ph type="body" idx="1"/>
          </p:nvPr>
        </p:nvSpPr>
        <p:spPr>
          <a:xfrm>
            <a:off x="672040" y="4990673"/>
            <a:ext cx="6997915" cy="948432"/>
          </a:xfrm>
        </p:spPr>
        <p:txBody>
          <a:bodyP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F84382E-86DF-AA3A-BA9B-30ED7C7A59A6}"/>
              </a:ext>
            </a:extLst>
          </p:cNvPr>
          <p:cNvSpPr>
            <a:spLocks noGrp="1"/>
          </p:cNvSpPr>
          <p:nvPr>
            <p:ph type="dt" sz="half" idx="10"/>
          </p:nvPr>
        </p:nvSpPr>
        <p:spPr/>
        <p:txBody>
          <a:bodyPr/>
          <a:lstStyle>
            <a:lvl1pPr>
              <a:defRPr/>
            </a:lvl1pPr>
          </a:lstStyle>
          <a:p>
            <a:pPr>
              <a:defRPr/>
            </a:pPr>
            <a:fld id="{8B265E02-5BBF-48EC-809D-6580261DC1A9}" type="datetimeFigureOut">
              <a:rPr lang="en-US"/>
              <a:pPr>
                <a:defRPr/>
              </a:pPr>
              <a:t>2/13/2026</a:t>
            </a:fld>
            <a:endParaRPr lang="en-US" dirty="0"/>
          </a:p>
        </p:txBody>
      </p:sp>
      <p:sp>
        <p:nvSpPr>
          <p:cNvPr id="5" name="Footer Placeholder 4">
            <a:extLst>
              <a:ext uri="{FF2B5EF4-FFF2-40B4-BE49-F238E27FC236}">
                <a16:creationId xmlns:a16="http://schemas.microsoft.com/office/drawing/2014/main" id="{BB84C1E2-1B64-B4F3-BFE0-2C11F12C45DC}"/>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FAA4DD90-7A9E-CF47-1BCB-0330A5E6FB7D}"/>
              </a:ext>
            </a:extLst>
          </p:cNvPr>
          <p:cNvSpPr>
            <a:spLocks noGrp="1"/>
          </p:cNvSpPr>
          <p:nvPr>
            <p:ph type="sldNum" sz="quarter" idx="12"/>
          </p:nvPr>
        </p:nvSpPr>
        <p:spPr/>
        <p:txBody>
          <a:bodyPr/>
          <a:lstStyle>
            <a:lvl1pPr>
              <a:defRPr/>
            </a:lvl1pPr>
          </a:lstStyle>
          <a:p>
            <a:pPr>
              <a:defRPr/>
            </a:pPr>
            <a:fld id="{DABBE62C-D136-43CE-893E-41F866E7FE35}" type="slidenum">
              <a:rPr lang="en-US"/>
              <a:pPr>
                <a:defRPr/>
              </a:pPr>
              <a:t>‹#›</a:t>
            </a:fld>
            <a:endParaRPr lang="en-US" dirty="0"/>
          </a:p>
        </p:txBody>
      </p:sp>
    </p:spTree>
    <p:extLst>
      <p:ext uri="{BB962C8B-B14F-4D97-AF65-F5344CB8AC3E}">
        <p14:creationId xmlns:p14="http://schemas.microsoft.com/office/powerpoint/2010/main" val="23889639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2042" y="671971"/>
            <a:ext cx="6997914" cy="145593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72042" y="2381649"/>
            <a:ext cx="3404426" cy="4277832"/>
          </a:xfrm>
        </p:spPr>
        <p:txBody>
          <a:bodyPr/>
          <a:lstStyle>
            <a:lvl1pPr>
              <a:defRPr sz="1984"/>
            </a:lvl1pPr>
            <a:lvl2pPr>
              <a:defRPr sz="1764"/>
            </a:lvl2pPr>
            <a:lvl3pPr>
              <a:defRPr sz="1543"/>
            </a:lvl3pPr>
            <a:lvl4pPr>
              <a:defRPr sz="1323"/>
            </a:lvl4pPr>
            <a:lvl5pPr>
              <a:defRPr sz="1323"/>
            </a:lvl5pPr>
            <a:lvl6pPr>
              <a:defRPr sz="1323"/>
            </a:lvl6pPr>
            <a:lvl7pPr>
              <a:defRPr sz="1323"/>
            </a:lvl7pPr>
            <a:lvl8pPr>
              <a:defRPr sz="1323"/>
            </a:lvl8pPr>
            <a:lvl9pPr>
              <a:defRPr sz="132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65529" y="2381651"/>
            <a:ext cx="3404427" cy="4277834"/>
          </a:xfrm>
        </p:spPr>
        <p:txBody>
          <a:bodyPr/>
          <a:lstStyle>
            <a:lvl1pPr>
              <a:defRPr sz="1984"/>
            </a:lvl1pPr>
            <a:lvl2pPr>
              <a:defRPr sz="1764"/>
            </a:lvl2pPr>
            <a:lvl3pPr>
              <a:defRPr sz="1543"/>
            </a:lvl3pPr>
            <a:lvl4pPr>
              <a:defRPr sz="1323"/>
            </a:lvl4pPr>
            <a:lvl5pPr>
              <a:defRPr sz="1323"/>
            </a:lvl5pPr>
            <a:lvl6pPr>
              <a:defRPr sz="1323"/>
            </a:lvl6pPr>
            <a:lvl7pPr>
              <a:defRPr sz="1323"/>
            </a:lvl7pPr>
            <a:lvl8pPr>
              <a:defRPr sz="1323"/>
            </a:lvl8pPr>
            <a:lvl9pPr>
              <a:defRPr sz="132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EA38F9F7-276E-D903-C7EB-C9668774128A}"/>
              </a:ext>
            </a:extLst>
          </p:cNvPr>
          <p:cNvSpPr>
            <a:spLocks noGrp="1"/>
          </p:cNvSpPr>
          <p:nvPr>
            <p:ph type="dt" sz="half" idx="10"/>
          </p:nvPr>
        </p:nvSpPr>
        <p:spPr/>
        <p:txBody>
          <a:bodyPr/>
          <a:lstStyle>
            <a:lvl1pPr>
              <a:defRPr/>
            </a:lvl1pPr>
          </a:lstStyle>
          <a:p>
            <a:pPr>
              <a:defRPr/>
            </a:pPr>
            <a:fld id="{08D02156-B883-48ED-98B5-6EFBC3AC62B4}" type="datetimeFigureOut">
              <a:rPr lang="en-US"/>
              <a:pPr>
                <a:defRPr/>
              </a:pPr>
              <a:t>2/13/2026</a:t>
            </a:fld>
            <a:endParaRPr lang="en-US" dirty="0"/>
          </a:p>
        </p:txBody>
      </p:sp>
      <p:sp>
        <p:nvSpPr>
          <p:cNvPr id="6" name="Footer Placeholder 4">
            <a:extLst>
              <a:ext uri="{FF2B5EF4-FFF2-40B4-BE49-F238E27FC236}">
                <a16:creationId xmlns:a16="http://schemas.microsoft.com/office/drawing/2014/main" id="{E8B6C57E-7DF4-02F1-226C-13DFDBCAFCC7}"/>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55CD0105-E3B7-B0A9-2C2C-D6284DEC2DDA}"/>
              </a:ext>
            </a:extLst>
          </p:cNvPr>
          <p:cNvSpPr>
            <a:spLocks noGrp="1"/>
          </p:cNvSpPr>
          <p:nvPr>
            <p:ph type="sldNum" sz="quarter" idx="12"/>
          </p:nvPr>
        </p:nvSpPr>
        <p:spPr/>
        <p:txBody>
          <a:bodyPr/>
          <a:lstStyle>
            <a:lvl1pPr>
              <a:defRPr/>
            </a:lvl1pPr>
          </a:lstStyle>
          <a:p>
            <a:pPr>
              <a:defRPr/>
            </a:pPr>
            <a:fld id="{AC8316B0-ED36-441F-8B13-A899DABCFF0C}" type="slidenum">
              <a:rPr lang="en-US"/>
              <a:pPr>
                <a:defRPr/>
              </a:pPr>
              <a:t>‹#›</a:t>
            </a:fld>
            <a:endParaRPr lang="en-US" dirty="0"/>
          </a:p>
        </p:txBody>
      </p:sp>
    </p:spTree>
    <p:extLst>
      <p:ext uri="{BB962C8B-B14F-4D97-AF65-F5344CB8AC3E}">
        <p14:creationId xmlns:p14="http://schemas.microsoft.com/office/powerpoint/2010/main" val="22434802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2041" y="671971"/>
            <a:ext cx="6997913" cy="1455937"/>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2041" y="2382084"/>
            <a:ext cx="3407251"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en-US"/>
              <a:t>Click to edit Master text styles</a:t>
            </a:r>
          </a:p>
        </p:txBody>
      </p:sp>
      <p:sp>
        <p:nvSpPr>
          <p:cNvPr id="4" name="Content Placeholder 3"/>
          <p:cNvSpPr>
            <a:spLocks noGrp="1"/>
          </p:cNvSpPr>
          <p:nvPr>
            <p:ph sz="half" idx="2"/>
          </p:nvPr>
        </p:nvSpPr>
        <p:spPr>
          <a:xfrm>
            <a:off x="672041" y="3017307"/>
            <a:ext cx="3407251" cy="36421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62702" y="2382084"/>
            <a:ext cx="3407251"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en-US"/>
              <a:t>Click to edit Master text styles</a:t>
            </a:r>
          </a:p>
        </p:txBody>
      </p:sp>
      <p:sp>
        <p:nvSpPr>
          <p:cNvPr id="6" name="Content Placeholder 5"/>
          <p:cNvSpPr>
            <a:spLocks noGrp="1"/>
          </p:cNvSpPr>
          <p:nvPr>
            <p:ph sz="quarter" idx="4"/>
          </p:nvPr>
        </p:nvSpPr>
        <p:spPr>
          <a:xfrm>
            <a:off x="4262702" y="3017307"/>
            <a:ext cx="3407251" cy="36421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a:extLst>
              <a:ext uri="{FF2B5EF4-FFF2-40B4-BE49-F238E27FC236}">
                <a16:creationId xmlns:a16="http://schemas.microsoft.com/office/drawing/2014/main" id="{BFA8767A-5D49-ABC2-01E3-EE04D6E43248}"/>
              </a:ext>
            </a:extLst>
          </p:cNvPr>
          <p:cNvSpPr>
            <a:spLocks noGrp="1"/>
          </p:cNvSpPr>
          <p:nvPr>
            <p:ph type="dt" sz="half" idx="10"/>
          </p:nvPr>
        </p:nvSpPr>
        <p:spPr/>
        <p:txBody>
          <a:bodyPr/>
          <a:lstStyle>
            <a:lvl1pPr>
              <a:defRPr/>
            </a:lvl1pPr>
          </a:lstStyle>
          <a:p>
            <a:pPr>
              <a:defRPr/>
            </a:pPr>
            <a:fld id="{B2E289E3-141F-43F6-82CE-498536943889}" type="datetimeFigureOut">
              <a:rPr lang="en-US"/>
              <a:pPr>
                <a:defRPr/>
              </a:pPr>
              <a:t>2/13/2026</a:t>
            </a:fld>
            <a:endParaRPr lang="en-US" dirty="0"/>
          </a:p>
        </p:txBody>
      </p:sp>
      <p:sp>
        <p:nvSpPr>
          <p:cNvPr id="8" name="Footer Placeholder 4">
            <a:extLst>
              <a:ext uri="{FF2B5EF4-FFF2-40B4-BE49-F238E27FC236}">
                <a16:creationId xmlns:a16="http://schemas.microsoft.com/office/drawing/2014/main" id="{C984818D-A037-C3D7-514D-0B82B00E894E}"/>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4FB22EA2-A9EF-582F-41E7-415355C46D24}"/>
              </a:ext>
            </a:extLst>
          </p:cNvPr>
          <p:cNvSpPr>
            <a:spLocks noGrp="1"/>
          </p:cNvSpPr>
          <p:nvPr>
            <p:ph type="sldNum" sz="quarter" idx="12"/>
          </p:nvPr>
        </p:nvSpPr>
        <p:spPr/>
        <p:txBody>
          <a:bodyPr/>
          <a:lstStyle>
            <a:lvl1pPr>
              <a:defRPr/>
            </a:lvl1pPr>
          </a:lstStyle>
          <a:p>
            <a:pPr>
              <a:defRPr/>
            </a:pPr>
            <a:fld id="{EE4CD2DE-078B-4139-82E5-A9C57639055A}" type="slidenum">
              <a:rPr lang="en-US"/>
              <a:pPr>
                <a:defRPr/>
              </a:pPr>
              <a:t>‹#›</a:t>
            </a:fld>
            <a:endParaRPr lang="en-US" dirty="0"/>
          </a:p>
        </p:txBody>
      </p:sp>
    </p:spTree>
    <p:extLst>
      <p:ext uri="{BB962C8B-B14F-4D97-AF65-F5344CB8AC3E}">
        <p14:creationId xmlns:p14="http://schemas.microsoft.com/office/powerpoint/2010/main" val="1326838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2041" y="671971"/>
            <a:ext cx="6997914" cy="1455937"/>
          </a:xfrm>
        </p:spPr>
        <p:txBody>
          <a:body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FEF6F03C-C50A-E2B4-84A7-2E2A723AD64A}"/>
              </a:ext>
            </a:extLst>
          </p:cNvPr>
          <p:cNvSpPr>
            <a:spLocks noGrp="1"/>
          </p:cNvSpPr>
          <p:nvPr>
            <p:ph type="dt" sz="half" idx="10"/>
          </p:nvPr>
        </p:nvSpPr>
        <p:spPr/>
        <p:txBody>
          <a:bodyPr/>
          <a:lstStyle>
            <a:lvl1pPr>
              <a:defRPr/>
            </a:lvl1pPr>
          </a:lstStyle>
          <a:p>
            <a:pPr>
              <a:defRPr/>
            </a:pPr>
            <a:fld id="{ABD397BB-A0AE-4C26-92EE-02CBE674EC3F}" type="datetimeFigureOut">
              <a:rPr lang="en-US"/>
              <a:pPr>
                <a:defRPr/>
              </a:pPr>
              <a:t>2/13/2026</a:t>
            </a:fld>
            <a:endParaRPr lang="en-US" dirty="0"/>
          </a:p>
        </p:txBody>
      </p:sp>
      <p:sp>
        <p:nvSpPr>
          <p:cNvPr id="4" name="Footer Placeholder 4">
            <a:extLst>
              <a:ext uri="{FF2B5EF4-FFF2-40B4-BE49-F238E27FC236}">
                <a16:creationId xmlns:a16="http://schemas.microsoft.com/office/drawing/2014/main" id="{1EAECFB4-D7B9-8F22-A247-46B79AF7E3BC}"/>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34DEBD74-2675-F8E1-959A-FC63A557FB76}"/>
              </a:ext>
            </a:extLst>
          </p:cNvPr>
          <p:cNvSpPr>
            <a:spLocks noGrp="1"/>
          </p:cNvSpPr>
          <p:nvPr>
            <p:ph type="sldNum" sz="quarter" idx="12"/>
          </p:nvPr>
        </p:nvSpPr>
        <p:spPr/>
        <p:txBody>
          <a:bodyPr/>
          <a:lstStyle>
            <a:lvl1pPr>
              <a:defRPr/>
            </a:lvl1pPr>
          </a:lstStyle>
          <a:p>
            <a:pPr>
              <a:defRPr/>
            </a:pPr>
            <a:fld id="{61655FCD-29F0-4A96-BAA6-D3D8BFEFBA92}" type="slidenum">
              <a:rPr lang="en-US"/>
              <a:pPr>
                <a:defRPr/>
              </a:pPr>
              <a:t>‹#›</a:t>
            </a:fld>
            <a:endParaRPr lang="en-US" dirty="0"/>
          </a:p>
        </p:txBody>
      </p:sp>
    </p:spTree>
    <p:extLst>
      <p:ext uri="{BB962C8B-B14F-4D97-AF65-F5344CB8AC3E}">
        <p14:creationId xmlns:p14="http://schemas.microsoft.com/office/powerpoint/2010/main" val="33727248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622170A5-E927-E16C-7369-1460066EE3F6}"/>
              </a:ext>
            </a:extLst>
          </p:cNvPr>
          <p:cNvSpPr>
            <a:spLocks noGrp="1"/>
          </p:cNvSpPr>
          <p:nvPr>
            <p:ph type="dt" sz="half" idx="10"/>
          </p:nvPr>
        </p:nvSpPr>
        <p:spPr/>
        <p:txBody>
          <a:bodyPr/>
          <a:lstStyle>
            <a:lvl1pPr>
              <a:defRPr/>
            </a:lvl1pPr>
          </a:lstStyle>
          <a:p>
            <a:pPr>
              <a:defRPr/>
            </a:pPr>
            <a:fld id="{F71DBC5C-4773-4BFB-B3D4-3FF681246D95}" type="datetimeFigureOut">
              <a:rPr lang="en-US"/>
              <a:pPr>
                <a:defRPr/>
              </a:pPr>
              <a:t>2/13/2026</a:t>
            </a:fld>
            <a:endParaRPr lang="en-US" dirty="0"/>
          </a:p>
        </p:txBody>
      </p:sp>
      <p:sp>
        <p:nvSpPr>
          <p:cNvPr id="3" name="Footer Placeholder 4">
            <a:extLst>
              <a:ext uri="{FF2B5EF4-FFF2-40B4-BE49-F238E27FC236}">
                <a16:creationId xmlns:a16="http://schemas.microsoft.com/office/drawing/2014/main" id="{ADC2877E-52FD-D974-C661-79B05B204CDD}"/>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9D017C98-E75E-D5B0-4FC8-BD19FD555A6D}"/>
              </a:ext>
            </a:extLst>
          </p:cNvPr>
          <p:cNvSpPr>
            <a:spLocks noGrp="1"/>
          </p:cNvSpPr>
          <p:nvPr>
            <p:ph type="sldNum" sz="quarter" idx="12"/>
          </p:nvPr>
        </p:nvSpPr>
        <p:spPr/>
        <p:txBody>
          <a:bodyPr/>
          <a:lstStyle>
            <a:lvl1pPr>
              <a:defRPr/>
            </a:lvl1pPr>
          </a:lstStyle>
          <a:p>
            <a:pPr>
              <a:defRPr/>
            </a:pPr>
            <a:fld id="{FBBDFCE0-0F15-40A5-9215-6166D0A73645}" type="slidenum">
              <a:rPr lang="en-US"/>
              <a:pPr>
                <a:defRPr/>
              </a:pPr>
              <a:t>‹#›</a:t>
            </a:fld>
            <a:endParaRPr lang="en-US" dirty="0"/>
          </a:p>
        </p:txBody>
      </p:sp>
    </p:spTree>
    <p:extLst>
      <p:ext uri="{BB962C8B-B14F-4D97-AF65-F5344CB8AC3E}">
        <p14:creationId xmlns:p14="http://schemas.microsoft.com/office/powerpoint/2010/main" val="11271868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2041" y="1651933"/>
            <a:ext cx="3075982" cy="1409272"/>
          </a:xfrm>
        </p:spPr>
        <p:txBody>
          <a:bodyPr anchor="b"/>
          <a:lstStyle>
            <a:lvl1pPr>
              <a:defRPr sz="2205"/>
            </a:lvl1pPr>
          </a:lstStyle>
          <a:p>
            <a:r>
              <a:rPr lang="en-US"/>
              <a:t>Click to edit Master title style</a:t>
            </a:r>
            <a:endParaRPr lang="en-US" dirty="0"/>
          </a:p>
        </p:txBody>
      </p:sp>
      <p:sp>
        <p:nvSpPr>
          <p:cNvPr id="3" name="Content Placeholder 2"/>
          <p:cNvSpPr>
            <a:spLocks noGrp="1"/>
          </p:cNvSpPr>
          <p:nvPr>
            <p:ph idx="1"/>
          </p:nvPr>
        </p:nvSpPr>
        <p:spPr>
          <a:xfrm>
            <a:off x="3937083" y="567610"/>
            <a:ext cx="3732871" cy="60918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2041" y="3061205"/>
            <a:ext cx="3075982" cy="2848876"/>
          </a:xfrm>
        </p:spPr>
        <p:txBody>
          <a:bodyPr/>
          <a:lstStyle>
            <a:lvl1pPr marL="0" indent="0">
              <a:buNone/>
              <a:defRPr sz="1543"/>
            </a:lvl1pPr>
            <a:lvl2pPr marL="377979" indent="0">
              <a:buNone/>
              <a:defRPr sz="1157"/>
            </a:lvl2pPr>
            <a:lvl3pPr marL="755957" indent="0">
              <a:buNone/>
              <a:defRPr sz="992"/>
            </a:lvl3pPr>
            <a:lvl4pPr marL="1133936" indent="0">
              <a:buNone/>
              <a:defRPr sz="827"/>
            </a:lvl4pPr>
            <a:lvl5pPr marL="1511915" indent="0">
              <a:buNone/>
              <a:defRPr sz="827"/>
            </a:lvl5pPr>
            <a:lvl6pPr marL="1889893" indent="0">
              <a:buNone/>
              <a:defRPr sz="827"/>
            </a:lvl6pPr>
            <a:lvl7pPr marL="2267872" indent="0">
              <a:buNone/>
              <a:defRPr sz="827"/>
            </a:lvl7pPr>
            <a:lvl8pPr marL="2645851" indent="0">
              <a:buNone/>
              <a:defRPr sz="827"/>
            </a:lvl8pPr>
            <a:lvl9pPr marL="3023829" indent="0">
              <a:buNone/>
              <a:defRPr sz="827"/>
            </a:lvl9pPr>
          </a:lstStyle>
          <a:p>
            <a:pPr lvl="0"/>
            <a:r>
              <a:rPr lang="en-US"/>
              <a:t>Click to edit Master text styles</a:t>
            </a:r>
          </a:p>
        </p:txBody>
      </p:sp>
      <p:sp>
        <p:nvSpPr>
          <p:cNvPr id="5" name="Date Placeholder 3">
            <a:extLst>
              <a:ext uri="{FF2B5EF4-FFF2-40B4-BE49-F238E27FC236}">
                <a16:creationId xmlns:a16="http://schemas.microsoft.com/office/drawing/2014/main" id="{84E045CE-1E09-87ED-6DE9-068E3EE6706C}"/>
              </a:ext>
            </a:extLst>
          </p:cNvPr>
          <p:cNvSpPr>
            <a:spLocks noGrp="1"/>
          </p:cNvSpPr>
          <p:nvPr>
            <p:ph type="dt" sz="half" idx="10"/>
          </p:nvPr>
        </p:nvSpPr>
        <p:spPr/>
        <p:txBody>
          <a:bodyPr/>
          <a:lstStyle>
            <a:lvl1pPr>
              <a:defRPr/>
            </a:lvl1pPr>
          </a:lstStyle>
          <a:p>
            <a:pPr>
              <a:defRPr/>
            </a:pPr>
            <a:fld id="{5BD41FB4-FDC6-4A75-A180-A168BAD32A95}" type="datetimeFigureOut">
              <a:rPr lang="en-US"/>
              <a:pPr>
                <a:defRPr/>
              </a:pPr>
              <a:t>2/13/2026</a:t>
            </a:fld>
            <a:endParaRPr lang="en-US" dirty="0"/>
          </a:p>
        </p:txBody>
      </p:sp>
      <p:sp>
        <p:nvSpPr>
          <p:cNvPr id="6" name="Footer Placeholder 4">
            <a:extLst>
              <a:ext uri="{FF2B5EF4-FFF2-40B4-BE49-F238E27FC236}">
                <a16:creationId xmlns:a16="http://schemas.microsoft.com/office/drawing/2014/main" id="{93B34EA3-FD39-ABD0-47A8-AB64319474D8}"/>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7C7B094F-F120-6889-F67F-D4DD6CB75727}"/>
              </a:ext>
            </a:extLst>
          </p:cNvPr>
          <p:cNvSpPr>
            <a:spLocks noGrp="1"/>
          </p:cNvSpPr>
          <p:nvPr>
            <p:ph type="sldNum" sz="quarter" idx="12"/>
          </p:nvPr>
        </p:nvSpPr>
        <p:spPr/>
        <p:txBody>
          <a:bodyPr/>
          <a:lstStyle>
            <a:lvl1pPr>
              <a:defRPr/>
            </a:lvl1pPr>
          </a:lstStyle>
          <a:p>
            <a:pPr>
              <a:defRPr/>
            </a:pPr>
            <a:fld id="{53107E39-BFDC-409D-A657-EBA21A8D7AF1}" type="slidenum">
              <a:rPr lang="en-US"/>
              <a:pPr>
                <a:defRPr/>
              </a:pPr>
              <a:t>‹#›</a:t>
            </a:fld>
            <a:endParaRPr lang="en-US" dirty="0"/>
          </a:p>
        </p:txBody>
      </p:sp>
    </p:spTree>
    <p:extLst>
      <p:ext uri="{BB962C8B-B14F-4D97-AF65-F5344CB8AC3E}">
        <p14:creationId xmlns:p14="http://schemas.microsoft.com/office/powerpoint/2010/main" val="30363088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2041" y="5291772"/>
            <a:ext cx="6997914" cy="624724"/>
          </a:xfrm>
        </p:spPr>
        <p:txBody>
          <a:bodyPr anchor="b"/>
          <a:lstStyle>
            <a:lvl1pPr algn="l">
              <a:defRPr sz="2646"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2041" y="671971"/>
            <a:ext cx="6997914"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672041" y="5916496"/>
            <a:ext cx="6997914"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en-US"/>
              <a:t>Click to edit Master text styles</a:t>
            </a:r>
          </a:p>
        </p:txBody>
      </p:sp>
      <p:sp>
        <p:nvSpPr>
          <p:cNvPr id="5" name="Date Placeholder 3">
            <a:extLst>
              <a:ext uri="{FF2B5EF4-FFF2-40B4-BE49-F238E27FC236}">
                <a16:creationId xmlns:a16="http://schemas.microsoft.com/office/drawing/2014/main" id="{0E2608ED-E9D5-ACA5-4EFB-30A6565C270D}"/>
              </a:ext>
            </a:extLst>
          </p:cNvPr>
          <p:cNvSpPr>
            <a:spLocks noGrp="1"/>
          </p:cNvSpPr>
          <p:nvPr>
            <p:ph type="dt" sz="half" idx="10"/>
          </p:nvPr>
        </p:nvSpPr>
        <p:spPr/>
        <p:txBody>
          <a:bodyPr/>
          <a:lstStyle>
            <a:lvl1pPr>
              <a:defRPr/>
            </a:lvl1pPr>
          </a:lstStyle>
          <a:p>
            <a:pPr>
              <a:defRPr/>
            </a:pPr>
            <a:fld id="{11FDAD0C-ECEA-459C-8945-8D7C39945F1D}" type="datetimeFigureOut">
              <a:rPr lang="en-US"/>
              <a:pPr>
                <a:defRPr/>
              </a:pPr>
              <a:t>2/13/2026</a:t>
            </a:fld>
            <a:endParaRPr lang="en-US" dirty="0"/>
          </a:p>
        </p:txBody>
      </p:sp>
      <p:sp>
        <p:nvSpPr>
          <p:cNvPr id="6" name="Footer Placeholder 4">
            <a:extLst>
              <a:ext uri="{FF2B5EF4-FFF2-40B4-BE49-F238E27FC236}">
                <a16:creationId xmlns:a16="http://schemas.microsoft.com/office/drawing/2014/main" id="{57063205-8DE2-839F-08E5-E31D0B6B23D3}"/>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E8E795D8-14BE-5D64-18E6-87FA000F8017}"/>
              </a:ext>
            </a:extLst>
          </p:cNvPr>
          <p:cNvSpPr>
            <a:spLocks noGrp="1"/>
          </p:cNvSpPr>
          <p:nvPr>
            <p:ph type="sldNum" sz="quarter" idx="12"/>
          </p:nvPr>
        </p:nvSpPr>
        <p:spPr/>
        <p:txBody>
          <a:bodyPr/>
          <a:lstStyle>
            <a:lvl1pPr>
              <a:defRPr/>
            </a:lvl1pPr>
          </a:lstStyle>
          <a:p>
            <a:pPr>
              <a:defRPr/>
            </a:pPr>
            <a:fld id="{6315B169-A911-4091-A147-D2C25C5D23C4}" type="slidenum">
              <a:rPr lang="en-US"/>
              <a:pPr>
                <a:defRPr/>
              </a:pPr>
              <a:t>‹#›</a:t>
            </a:fld>
            <a:endParaRPr lang="en-US" dirty="0"/>
          </a:p>
        </p:txBody>
      </p:sp>
    </p:spTree>
    <p:extLst>
      <p:ext uri="{BB962C8B-B14F-4D97-AF65-F5344CB8AC3E}">
        <p14:creationId xmlns:p14="http://schemas.microsoft.com/office/powerpoint/2010/main" val="39994733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2042" y="671971"/>
            <a:ext cx="6997914" cy="3751839"/>
          </a:xfrm>
        </p:spPr>
        <p:txBody>
          <a:bodyPr anchor="ctr"/>
          <a:lstStyle>
            <a:lvl1pPr algn="l">
              <a:defRPr sz="4850" b="0" cap="none"/>
            </a:lvl1pPr>
          </a:lstStyle>
          <a:p>
            <a:r>
              <a:rPr lang="en-US"/>
              <a:t>Click to edit Master title style</a:t>
            </a:r>
            <a:endParaRPr lang="en-US" dirty="0"/>
          </a:p>
        </p:txBody>
      </p:sp>
      <p:sp>
        <p:nvSpPr>
          <p:cNvPr id="3" name="Text Placeholder 2"/>
          <p:cNvSpPr>
            <a:spLocks noGrp="1"/>
          </p:cNvSpPr>
          <p:nvPr>
            <p:ph type="body" idx="1"/>
          </p:nvPr>
        </p:nvSpPr>
        <p:spPr>
          <a:xfrm>
            <a:off x="672042" y="4927788"/>
            <a:ext cx="6997914"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C8FE266-0236-5C4F-2B16-4FB4B5D611F6}"/>
              </a:ext>
            </a:extLst>
          </p:cNvPr>
          <p:cNvSpPr>
            <a:spLocks noGrp="1"/>
          </p:cNvSpPr>
          <p:nvPr>
            <p:ph type="dt" sz="half" idx="10"/>
          </p:nvPr>
        </p:nvSpPr>
        <p:spPr/>
        <p:txBody>
          <a:bodyPr/>
          <a:lstStyle>
            <a:lvl1pPr>
              <a:defRPr/>
            </a:lvl1pPr>
          </a:lstStyle>
          <a:p>
            <a:pPr>
              <a:defRPr/>
            </a:pPr>
            <a:fld id="{181A6AC6-7A5E-4A65-837F-CE666B03A93A}" type="datetimeFigureOut">
              <a:rPr lang="en-US"/>
              <a:pPr>
                <a:defRPr/>
              </a:pPr>
              <a:t>2/13/2026</a:t>
            </a:fld>
            <a:endParaRPr lang="en-US" dirty="0"/>
          </a:p>
        </p:txBody>
      </p:sp>
      <p:sp>
        <p:nvSpPr>
          <p:cNvPr id="5" name="Footer Placeholder 4">
            <a:extLst>
              <a:ext uri="{FF2B5EF4-FFF2-40B4-BE49-F238E27FC236}">
                <a16:creationId xmlns:a16="http://schemas.microsoft.com/office/drawing/2014/main" id="{6C991AA7-1929-F00B-2F13-0AA6F8B54BA3}"/>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BC932935-3C9F-7DDC-076A-4BC07ACEA544}"/>
              </a:ext>
            </a:extLst>
          </p:cNvPr>
          <p:cNvSpPr>
            <a:spLocks noGrp="1"/>
          </p:cNvSpPr>
          <p:nvPr>
            <p:ph type="sldNum" sz="quarter" idx="12"/>
          </p:nvPr>
        </p:nvSpPr>
        <p:spPr/>
        <p:txBody>
          <a:bodyPr/>
          <a:lstStyle>
            <a:lvl1pPr>
              <a:defRPr/>
            </a:lvl1pPr>
          </a:lstStyle>
          <a:p>
            <a:pPr>
              <a:defRPr/>
            </a:pPr>
            <a:fld id="{44773A05-9323-4696-9136-85F0167E3941}" type="slidenum">
              <a:rPr lang="en-US"/>
              <a:pPr>
                <a:defRPr/>
              </a:pPr>
              <a:t>‹#›</a:t>
            </a:fld>
            <a:endParaRPr lang="en-US" dirty="0"/>
          </a:p>
        </p:txBody>
      </p:sp>
    </p:spTree>
    <p:extLst>
      <p:ext uri="{BB962C8B-B14F-4D97-AF65-F5344CB8AC3E}">
        <p14:creationId xmlns:p14="http://schemas.microsoft.com/office/powerpoint/2010/main" val="35907872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99EFC43-82D4-CD2E-5957-981C06BAE4E3}"/>
              </a:ext>
            </a:extLst>
          </p:cNvPr>
          <p:cNvSpPr txBox="1"/>
          <p:nvPr/>
        </p:nvSpPr>
        <p:spPr>
          <a:xfrm>
            <a:off x="531813" y="871538"/>
            <a:ext cx="504825" cy="644525"/>
          </a:xfrm>
          <a:prstGeom prst="rect">
            <a:avLst/>
          </a:prstGeom>
        </p:spPr>
        <p:txBody>
          <a:bodyPr lIns="100796" tIns="50398" rIns="100796" bIns="50398" anchor="ctr"/>
          <a:lstStyle/>
          <a:p>
            <a:pPr eaLnBrk="1" fontAlgn="auto" hangingPunct="1">
              <a:spcBef>
                <a:spcPts val="0"/>
              </a:spcBef>
              <a:spcAft>
                <a:spcPts val="0"/>
              </a:spcAft>
              <a:defRPr/>
            </a:pPr>
            <a:r>
              <a:rPr lang="en-US" sz="8818" dirty="0">
                <a:ln w="3175" cmpd="sng">
                  <a:noFill/>
                </a:ln>
                <a:solidFill>
                  <a:schemeClr val="accent1">
                    <a:lumMod val="60000"/>
                    <a:lumOff val="40000"/>
                  </a:schemeClr>
                </a:solidFill>
                <a:latin typeface="Arial"/>
              </a:rPr>
              <a:t>“</a:t>
            </a:r>
          </a:p>
        </p:txBody>
      </p:sp>
      <p:sp>
        <p:nvSpPr>
          <p:cNvPr id="5" name="TextBox 4">
            <a:extLst>
              <a:ext uri="{FF2B5EF4-FFF2-40B4-BE49-F238E27FC236}">
                <a16:creationId xmlns:a16="http://schemas.microsoft.com/office/drawing/2014/main" id="{C20008F4-F86E-3085-B152-2611F1DD4092}"/>
              </a:ext>
            </a:extLst>
          </p:cNvPr>
          <p:cNvSpPr txBox="1"/>
          <p:nvPr/>
        </p:nvSpPr>
        <p:spPr>
          <a:xfrm>
            <a:off x="7439025" y="3181350"/>
            <a:ext cx="503238" cy="644525"/>
          </a:xfrm>
          <a:prstGeom prst="rect">
            <a:avLst/>
          </a:prstGeom>
        </p:spPr>
        <p:txBody>
          <a:bodyPr lIns="100796" tIns="50398" rIns="100796" bIns="50398" anchor="ctr"/>
          <a:lstStyle/>
          <a:p>
            <a:pPr eaLnBrk="1" fontAlgn="auto" hangingPunct="1">
              <a:spcBef>
                <a:spcPts val="0"/>
              </a:spcBef>
              <a:spcAft>
                <a:spcPts val="0"/>
              </a:spcAft>
              <a:defRPr/>
            </a:pPr>
            <a:r>
              <a:rPr lang="en-US" sz="8818" dirty="0">
                <a:ln w="3175" cmpd="sng">
                  <a:noFill/>
                </a:ln>
                <a:solidFill>
                  <a:schemeClr val="accent1">
                    <a:lumMod val="60000"/>
                    <a:lumOff val="40000"/>
                  </a:schemeClr>
                </a:solidFill>
                <a:latin typeface="Arial"/>
              </a:rPr>
              <a:t>”</a:t>
            </a:r>
          </a:p>
        </p:txBody>
      </p:sp>
      <p:sp>
        <p:nvSpPr>
          <p:cNvPr id="2" name="Title 1"/>
          <p:cNvSpPr>
            <a:spLocks noGrp="1"/>
          </p:cNvSpPr>
          <p:nvPr>
            <p:ph type="title"/>
          </p:nvPr>
        </p:nvSpPr>
        <p:spPr>
          <a:xfrm>
            <a:off x="854257" y="671971"/>
            <a:ext cx="6694159" cy="3331857"/>
          </a:xfrm>
        </p:spPr>
        <p:txBody>
          <a:bodyPr anchor="ctr"/>
          <a:lstStyle>
            <a:lvl1pPr algn="l">
              <a:defRPr sz="485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213857" y="4003828"/>
            <a:ext cx="5974958"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en-US"/>
              <a:t>Click to edit Master text styles</a:t>
            </a:r>
          </a:p>
        </p:txBody>
      </p:sp>
      <p:sp>
        <p:nvSpPr>
          <p:cNvPr id="3" name="Text Placeholder 2"/>
          <p:cNvSpPr>
            <a:spLocks noGrp="1"/>
          </p:cNvSpPr>
          <p:nvPr>
            <p:ph type="body" idx="1"/>
          </p:nvPr>
        </p:nvSpPr>
        <p:spPr>
          <a:xfrm>
            <a:off x="672040" y="4927788"/>
            <a:ext cx="6997915"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6" name="Date Placeholder 3">
            <a:extLst>
              <a:ext uri="{FF2B5EF4-FFF2-40B4-BE49-F238E27FC236}">
                <a16:creationId xmlns:a16="http://schemas.microsoft.com/office/drawing/2014/main" id="{D10F0CBC-8749-6C6D-B0BF-35A7018B60C6}"/>
              </a:ext>
            </a:extLst>
          </p:cNvPr>
          <p:cNvSpPr>
            <a:spLocks noGrp="1"/>
          </p:cNvSpPr>
          <p:nvPr>
            <p:ph type="dt" sz="half" idx="14"/>
          </p:nvPr>
        </p:nvSpPr>
        <p:spPr/>
        <p:txBody>
          <a:bodyPr/>
          <a:lstStyle>
            <a:lvl1pPr>
              <a:defRPr/>
            </a:lvl1pPr>
          </a:lstStyle>
          <a:p>
            <a:pPr>
              <a:defRPr/>
            </a:pPr>
            <a:fld id="{94DC2132-7333-4057-B611-17021562B166}" type="datetimeFigureOut">
              <a:rPr lang="en-US"/>
              <a:pPr>
                <a:defRPr/>
              </a:pPr>
              <a:t>2/13/2026</a:t>
            </a:fld>
            <a:endParaRPr lang="en-US" dirty="0"/>
          </a:p>
        </p:txBody>
      </p:sp>
      <p:sp>
        <p:nvSpPr>
          <p:cNvPr id="7" name="Footer Placeholder 4">
            <a:extLst>
              <a:ext uri="{FF2B5EF4-FFF2-40B4-BE49-F238E27FC236}">
                <a16:creationId xmlns:a16="http://schemas.microsoft.com/office/drawing/2014/main" id="{CB1EB35F-1ACB-1BAF-C184-9DEAF446E8DA}"/>
              </a:ext>
            </a:extLst>
          </p:cNvPr>
          <p:cNvSpPr>
            <a:spLocks noGrp="1"/>
          </p:cNvSpPr>
          <p:nvPr>
            <p:ph type="ftr" sz="quarter" idx="15"/>
          </p:nvPr>
        </p:nvSpPr>
        <p:spPr/>
        <p:txBody>
          <a:bodyPr/>
          <a:lstStyle>
            <a:lvl1pPr>
              <a:defRPr/>
            </a:lvl1pPr>
          </a:lstStyle>
          <a:p>
            <a:pPr>
              <a:defRPr/>
            </a:pPr>
            <a:endParaRPr lang="en-US"/>
          </a:p>
        </p:txBody>
      </p:sp>
      <p:sp>
        <p:nvSpPr>
          <p:cNvPr id="8" name="Slide Number Placeholder 5">
            <a:extLst>
              <a:ext uri="{FF2B5EF4-FFF2-40B4-BE49-F238E27FC236}">
                <a16:creationId xmlns:a16="http://schemas.microsoft.com/office/drawing/2014/main" id="{8E35E3D8-E58F-61E5-8E07-D69008563953}"/>
              </a:ext>
            </a:extLst>
          </p:cNvPr>
          <p:cNvSpPr>
            <a:spLocks noGrp="1"/>
          </p:cNvSpPr>
          <p:nvPr>
            <p:ph type="sldNum" sz="quarter" idx="16"/>
          </p:nvPr>
        </p:nvSpPr>
        <p:spPr/>
        <p:txBody>
          <a:bodyPr/>
          <a:lstStyle>
            <a:lvl1pPr>
              <a:defRPr/>
            </a:lvl1pPr>
          </a:lstStyle>
          <a:p>
            <a:pPr>
              <a:defRPr/>
            </a:pPr>
            <a:fld id="{951F270C-E56B-4788-88C3-7641ECCEC94B}" type="slidenum">
              <a:rPr lang="en-US"/>
              <a:pPr>
                <a:defRPr/>
              </a:pPr>
              <a:t>‹#›</a:t>
            </a:fld>
            <a:endParaRPr lang="en-US" dirty="0"/>
          </a:p>
        </p:txBody>
      </p:sp>
    </p:spTree>
    <p:extLst>
      <p:ext uri="{BB962C8B-B14F-4D97-AF65-F5344CB8AC3E}">
        <p14:creationId xmlns:p14="http://schemas.microsoft.com/office/powerpoint/2010/main" val="9972986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2040" y="2129659"/>
            <a:ext cx="6997915" cy="2861014"/>
          </a:xfrm>
        </p:spPr>
        <p:txBody>
          <a:bodyPr anchor="b"/>
          <a:lstStyle>
            <a:lvl1pPr algn="l">
              <a:defRPr sz="4850" b="0" cap="none"/>
            </a:lvl1pPr>
          </a:lstStyle>
          <a:p>
            <a:r>
              <a:rPr lang="en-US"/>
              <a:t>Click to edit Master title style</a:t>
            </a:r>
            <a:endParaRPr lang="en-US" dirty="0"/>
          </a:p>
        </p:txBody>
      </p:sp>
      <p:sp>
        <p:nvSpPr>
          <p:cNvPr id="3" name="Text Placeholder 2"/>
          <p:cNvSpPr>
            <a:spLocks noGrp="1"/>
          </p:cNvSpPr>
          <p:nvPr>
            <p:ph type="body" idx="1"/>
          </p:nvPr>
        </p:nvSpPr>
        <p:spPr>
          <a:xfrm>
            <a:off x="672040" y="4990673"/>
            <a:ext cx="6997915"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AC22F67-7A93-15BB-C487-EDF5E9D91560}"/>
              </a:ext>
            </a:extLst>
          </p:cNvPr>
          <p:cNvSpPr>
            <a:spLocks noGrp="1"/>
          </p:cNvSpPr>
          <p:nvPr>
            <p:ph type="dt" sz="half" idx="10"/>
          </p:nvPr>
        </p:nvSpPr>
        <p:spPr/>
        <p:txBody>
          <a:bodyPr/>
          <a:lstStyle>
            <a:lvl1pPr>
              <a:defRPr/>
            </a:lvl1pPr>
          </a:lstStyle>
          <a:p>
            <a:pPr>
              <a:defRPr/>
            </a:pPr>
            <a:fld id="{AA20A01E-8135-452D-879D-7C280FD6F360}" type="datetimeFigureOut">
              <a:rPr lang="en-US"/>
              <a:pPr>
                <a:defRPr/>
              </a:pPr>
              <a:t>2/13/2026</a:t>
            </a:fld>
            <a:endParaRPr lang="en-US" dirty="0"/>
          </a:p>
        </p:txBody>
      </p:sp>
      <p:sp>
        <p:nvSpPr>
          <p:cNvPr id="5" name="Footer Placeholder 4">
            <a:extLst>
              <a:ext uri="{FF2B5EF4-FFF2-40B4-BE49-F238E27FC236}">
                <a16:creationId xmlns:a16="http://schemas.microsoft.com/office/drawing/2014/main" id="{3E186813-889F-E5DB-8644-6C9328381A25}"/>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635C387-1489-117F-61C1-9099ACBC647D}"/>
              </a:ext>
            </a:extLst>
          </p:cNvPr>
          <p:cNvSpPr>
            <a:spLocks noGrp="1"/>
          </p:cNvSpPr>
          <p:nvPr>
            <p:ph type="sldNum" sz="quarter" idx="12"/>
          </p:nvPr>
        </p:nvSpPr>
        <p:spPr/>
        <p:txBody>
          <a:bodyPr/>
          <a:lstStyle>
            <a:lvl1pPr>
              <a:defRPr/>
            </a:lvl1pPr>
          </a:lstStyle>
          <a:p>
            <a:pPr>
              <a:defRPr/>
            </a:pPr>
            <a:fld id="{D61C657D-7506-4907-8748-16F3B9B3E0C8}" type="slidenum">
              <a:rPr lang="en-US"/>
              <a:pPr>
                <a:defRPr/>
              </a:pPr>
              <a:t>‹#›</a:t>
            </a:fld>
            <a:endParaRPr lang="en-US" dirty="0"/>
          </a:p>
        </p:txBody>
      </p:sp>
    </p:spTree>
    <p:extLst>
      <p:ext uri="{BB962C8B-B14F-4D97-AF65-F5344CB8AC3E}">
        <p14:creationId xmlns:p14="http://schemas.microsoft.com/office/powerpoint/2010/main" val="21155831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5CB2808-95BE-6426-E973-902461713DCE}"/>
              </a:ext>
            </a:extLst>
          </p:cNvPr>
          <p:cNvSpPr txBox="1"/>
          <p:nvPr/>
        </p:nvSpPr>
        <p:spPr>
          <a:xfrm>
            <a:off x="531813" y="871538"/>
            <a:ext cx="504825" cy="644525"/>
          </a:xfrm>
          <a:prstGeom prst="rect">
            <a:avLst/>
          </a:prstGeom>
        </p:spPr>
        <p:txBody>
          <a:bodyPr lIns="100796" tIns="50398" rIns="100796" bIns="50398" anchor="ctr"/>
          <a:lstStyle/>
          <a:p>
            <a:pPr eaLnBrk="1" fontAlgn="auto" hangingPunct="1">
              <a:spcBef>
                <a:spcPts val="0"/>
              </a:spcBef>
              <a:spcAft>
                <a:spcPts val="0"/>
              </a:spcAft>
              <a:defRPr/>
            </a:pPr>
            <a:r>
              <a:rPr lang="en-US" sz="8818" dirty="0">
                <a:ln w="3175" cmpd="sng">
                  <a:noFill/>
                </a:ln>
                <a:solidFill>
                  <a:schemeClr val="accent1">
                    <a:lumMod val="60000"/>
                    <a:lumOff val="40000"/>
                  </a:schemeClr>
                </a:solidFill>
                <a:latin typeface="Arial"/>
              </a:rPr>
              <a:t>“</a:t>
            </a:r>
          </a:p>
        </p:txBody>
      </p:sp>
      <p:sp>
        <p:nvSpPr>
          <p:cNvPr id="5" name="TextBox 4">
            <a:extLst>
              <a:ext uri="{FF2B5EF4-FFF2-40B4-BE49-F238E27FC236}">
                <a16:creationId xmlns:a16="http://schemas.microsoft.com/office/drawing/2014/main" id="{8B700F0E-96F1-FD4D-3A9A-71B408FF2FBC}"/>
              </a:ext>
            </a:extLst>
          </p:cNvPr>
          <p:cNvSpPr txBox="1"/>
          <p:nvPr/>
        </p:nvSpPr>
        <p:spPr>
          <a:xfrm>
            <a:off x="7439025" y="3181350"/>
            <a:ext cx="503238" cy="644525"/>
          </a:xfrm>
          <a:prstGeom prst="rect">
            <a:avLst/>
          </a:prstGeom>
        </p:spPr>
        <p:txBody>
          <a:bodyPr lIns="100796" tIns="50398" rIns="100796" bIns="50398" anchor="ctr"/>
          <a:lstStyle/>
          <a:p>
            <a:pPr eaLnBrk="1" fontAlgn="auto" hangingPunct="1">
              <a:spcBef>
                <a:spcPts val="0"/>
              </a:spcBef>
              <a:spcAft>
                <a:spcPts val="0"/>
              </a:spcAft>
              <a:defRPr/>
            </a:pPr>
            <a:r>
              <a:rPr lang="en-US" sz="8818" dirty="0">
                <a:ln w="3175" cmpd="sng">
                  <a:noFill/>
                </a:ln>
                <a:solidFill>
                  <a:schemeClr val="accent1">
                    <a:lumMod val="60000"/>
                    <a:lumOff val="40000"/>
                  </a:schemeClr>
                </a:solidFill>
                <a:latin typeface="Arial"/>
              </a:rPr>
              <a:t>”</a:t>
            </a:r>
          </a:p>
        </p:txBody>
      </p:sp>
      <p:sp>
        <p:nvSpPr>
          <p:cNvPr id="2" name="Title 1"/>
          <p:cNvSpPr>
            <a:spLocks noGrp="1"/>
          </p:cNvSpPr>
          <p:nvPr>
            <p:ph type="title"/>
          </p:nvPr>
        </p:nvSpPr>
        <p:spPr>
          <a:xfrm>
            <a:off x="854257" y="671971"/>
            <a:ext cx="6694159" cy="3331857"/>
          </a:xfrm>
        </p:spPr>
        <p:txBody>
          <a:bodyPr anchor="ctr"/>
          <a:lstStyle>
            <a:lvl1pPr algn="l">
              <a:defRPr sz="485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2038" y="4423810"/>
            <a:ext cx="6997916"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en-US"/>
              <a:t>Click to edit Master text styles</a:t>
            </a:r>
          </a:p>
        </p:txBody>
      </p:sp>
      <p:sp>
        <p:nvSpPr>
          <p:cNvPr id="3" name="Text Placeholder 2"/>
          <p:cNvSpPr>
            <a:spLocks noGrp="1"/>
          </p:cNvSpPr>
          <p:nvPr>
            <p:ph type="body" idx="1"/>
          </p:nvPr>
        </p:nvSpPr>
        <p:spPr>
          <a:xfrm>
            <a:off x="672040" y="4990673"/>
            <a:ext cx="6997915"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6" name="Date Placeholder 3">
            <a:extLst>
              <a:ext uri="{FF2B5EF4-FFF2-40B4-BE49-F238E27FC236}">
                <a16:creationId xmlns:a16="http://schemas.microsoft.com/office/drawing/2014/main" id="{2FD8C1EF-227A-A874-6740-1FF1A5FC442B}"/>
              </a:ext>
            </a:extLst>
          </p:cNvPr>
          <p:cNvSpPr>
            <a:spLocks noGrp="1"/>
          </p:cNvSpPr>
          <p:nvPr>
            <p:ph type="dt" sz="half" idx="14"/>
          </p:nvPr>
        </p:nvSpPr>
        <p:spPr/>
        <p:txBody>
          <a:bodyPr/>
          <a:lstStyle>
            <a:lvl1pPr>
              <a:defRPr/>
            </a:lvl1pPr>
          </a:lstStyle>
          <a:p>
            <a:pPr>
              <a:defRPr/>
            </a:pPr>
            <a:fld id="{847CDB97-9C42-47A2-8F1E-219F7F38EC4B}" type="datetimeFigureOut">
              <a:rPr lang="en-US"/>
              <a:pPr>
                <a:defRPr/>
              </a:pPr>
              <a:t>2/13/2026</a:t>
            </a:fld>
            <a:endParaRPr lang="en-US" dirty="0"/>
          </a:p>
        </p:txBody>
      </p:sp>
      <p:sp>
        <p:nvSpPr>
          <p:cNvPr id="7" name="Footer Placeholder 4">
            <a:extLst>
              <a:ext uri="{FF2B5EF4-FFF2-40B4-BE49-F238E27FC236}">
                <a16:creationId xmlns:a16="http://schemas.microsoft.com/office/drawing/2014/main" id="{DC6BC6CC-3764-393D-3CDC-83DB6436EFA0}"/>
              </a:ext>
            </a:extLst>
          </p:cNvPr>
          <p:cNvSpPr>
            <a:spLocks noGrp="1"/>
          </p:cNvSpPr>
          <p:nvPr>
            <p:ph type="ftr" sz="quarter" idx="15"/>
          </p:nvPr>
        </p:nvSpPr>
        <p:spPr/>
        <p:txBody>
          <a:bodyPr/>
          <a:lstStyle>
            <a:lvl1pPr>
              <a:defRPr/>
            </a:lvl1pPr>
          </a:lstStyle>
          <a:p>
            <a:pPr>
              <a:defRPr/>
            </a:pPr>
            <a:endParaRPr lang="en-US"/>
          </a:p>
        </p:txBody>
      </p:sp>
      <p:sp>
        <p:nvSpPr>
          <p:cNvPr id="8" name="Slide Number Placeholder 5">
            <a:extLst>
              <a:ext uri="{FF2B5EF4-FFF2-40B4-BE49-F238E27FC236}">
                <a16:creationId xmlns:a16="http://schemas.microsoft.com/office/drawing/2014/main" id="{3F25D69F-ED3C-1BA1-D6DB-ED5C8D76288A}"/>
              </a:ext>
            </a:extLst>
          </p:cNvPr>
          <p:cNvSpPr>
            <a:spLocks noGrp="1"/>
          </p:cNvSpPr>
          <p:nvPr>
            <p:ph type="sldNum" sz="quarter" idx="16"/>
          </p:nvPr>
        </p:nvSpPr>
        <p:spPr/>
        <p:txBody>
          <a:bodyPr/>
          <a:lstStyle>
            <a:lvl1pPr>
              <a:defRPr/>
            </a:lvl1pPr>
          </a:lstStyle>
          <a:p>
            <a:pPr>
              <a:defRPr/>
            </a:pPr>
            <a:fld id="{D13DA145-E3F1-41D1-8631-0C6C502B304E}" type="slidenum">
              <a:rPr lang="en-US"/>
              <a:pPr>
                <a:defRPr/>
              </a:pPr>
              <a:t>‹#›</a:t>
            </a:fld>
            <a:endParaRPr lang="en-US" dirty="0"/>
          </a:p>
        </p:txBody>
      </p:sp>
    </p:spTree>
    <p:extLst>
      <p:ext uri="{BB962C8B-B14F-4D97-AF65-F5344CB8AC3E}">
        <p14:creationId xmlns:p14="http://schemas.microsoft.com/office/powerpoint/2010/main" val="10998145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78930" y="671971"/>
            <a:ext cx="6991025" cy="3331857"/>
          </a:xfrm>
        </p:spPr>
        <p:txBody>
          <a:bodyPr anchor="ctr"/>
          <a:lstStyle>
            <a:lvl1pPr algn="l">
              <a:defRPr sz="485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2038" y="4423810"/>
            <a:ext cx="6997916"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en-US"/>
              <a:t>Click to edit Master text styles</a:t>
            </a:r>
          </a:p>
        </p:txBody>
      </p:sp>
      <p:sp>
        <p:nvSpPr>
          <p:cNvPr id="3" name="Text Placeholder 2"/>
          <p:cNvSpPr>
            <a:spLocks noGrp="1"/>
          </p:cNvSpPr>
          <p:nvPr>
            <p:ph type="body" idx="1"/>
          </p:nvPr>
        </p:nvSpPr>
        <p:spPr>
          <a:xfrm>
            <a:off x="672040" y="4990673"/>
            <a:ext cx="6997915"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B3FE4D3-AF08-B413-0DA3-C34ECC465E84}"/>
              </a:ext>
            </a:extLst>
          </p:cNvPr>
          <p:cNvSpPr>
            <a:spLocks noGrp="1"/>
          </p:cNvSpPr>
          <p:nvPr>
            <p:ph type="dt" sz="half" idx="14"/>
          </p:nvPr>
        </p:nvSpPr>
        <p:spPr/>
        <p:txBody>
          <a:bodyPr/>
          <a:lstStyle>
            <a:lvl1pPr>
              <a:defRPr/>
            </a:lvl1pPr>
          </a:lstStyle>
          <a:p>
            <a:pPr>
              <a:defRPr/>
            </a:pPr>
            <a:fld id="{BD66450C-E5B1-418B-BCF2-05E4865F924C}" type="datetimeFigureOut">
              <a:rPr lang="en-US"/>
              <a:pPr>
                <a:defRPr/>
              </a:pPr>
              <a:t>2/13/2026</a:t>
            </a:fld>
            <a:endParaRPr lang="en-US" dirty="0"/>
          </a:p>
        </p:txBody>
      </p:sp>
      <p:sp>
        <p:nvSpPr>
          <p:cNvPr id="5" name="Footer Placeholder 4">
            <a:extLst>
              <a:ext uri="{FF2B5EF4-FFF2-40B4-BE49-F238E27FC236}">
                <a16:creationId xmlns:a16="http://schemas.microsoft.com/office/drawing/2014/main" id="{ED9A2FBC-0483-9B20-7D43-5E4A4EBD2ABF}"/>
              </a:ext>
            </a:extLst>
          </p:cNvPr>
          <p:cNvSpPr>
            <a:spLocks noGrp="1"/>
          </p:cNvSpPr>
          <p:nvPr>
            <p:ph type="ftr" sz="quarter" idx="15"/>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21C5F99D-0A85-F092-2322-2DE7DE378649}"/>
              </a:ext>
            </a:extLst>
          </p:cNvPr>
          <p:cNvSpPr>
            <a:spLocks noGrp="1"/>
          </p:cNvSpPr>
          <p:nvPr>
            <p:ph type="sldNum" sz="quarter" idx="16"/>
          </p:nvPr>
        </p:nvSpPr>
        <p:spPr/>
        <p:txBody>
          <a:bodyPr/>
          <a:lstStyle>
            <a:lvl1pPr>
              <a:defRPr/>
            </a:lvl1pPr>
          </a:lstStyle>
          <a:p>
            <a:pPr>
              <a:defRPr/>
            </a:pPr>
            <a:fld id="{51E86178-4DB4-4C74-8F60-AA21DE64511E}" type="slidenum">
              <a:rPr lang="en-US"/>
              <a:pPr>
                <a:defRPr/>
              </a:pPr>
              <a:t>‹#›</a:t>
            </a:fld>
            <a:endParaRPr lang="en-US" dirty="0"/>
          </a:p>
        </p:txBody>
      </p:sp>
    </p:spTree>
    <p:extLst>
      <p:ext uri="{BB962C8B-B14F-4D97-AF65-F5344CB8AC3E}">
        <p14:creationId xmlns:p14="http://schemas.microsoft.com/office/powerpoint/2010/main" val="25009873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67867630-E705-151F-1341-ACE174DF057D}"/>
              </a:ext>
            </a:extLst>
          </p:cNvPr>
          <p:cNvSpPr>
            <a:spLocks noGrp="1"/>
          </p:cNvSpPr>
          <p:nvPr>
            <p:ph type="dt" sz="half" idx="10"/>
          </p:nvPr>
        </p:nvSpPr>
        <p:spPr/>
        <p:txBody>
          <a:bodyPr/>
          <a:lstStyle>
            <a:lvl1pPr>
              <a:defRPr/>
            </a:lvl1pPr>
          </a:lstStyle>
          <a:p>
            <a:pPr>
              <a:defRPr/>
            </a:pPr>
            <a:fld id="{7A566764-BD86-408F-9CEE-50EA32316C9B}" type="datetimeFigureOut">
              <a:rPr lang="en-US"/>
              <a:pPr>
                <a:defRPr/>
              </a:pPr>
              <a:t>2/13/2026</a:t>
            </a:fld>
            <a:endParaRPr lang="en-US" dirty="0"/>
          </a:p>
        </p:txBody>
      </p:sp>
      <p:sp>
        <p:nvSpPr>
          <p:cNvPr id="5" name="Footer Placeholder 4">
            <a:extLst>
              <a:ext uri="{FF2B5EF4-FFF2-40B4-BE49-F238E27FC236}">
                <a16:creationId xmlns:a16="http://schemas.microsoft.com/office/drawing/2014/main" id="{3029E31E-C8C6-E9C2-DC22-E1904B24F642}"/>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5985877E-278B-D197-4EA1-2EAF9B57B829}"/>
              </a:ext>
            </a:extLst>
          </p:cNvPr>
          <p:cNvSpPr>
            <a:spLocks noGrp="1"/>
          </p:cNvSpPr>
          <p:nvPr>
            <p:ph type="sldNum" sz="quarter" idx="12"/>
          </p:nvPr>
        </p:nvSpPr>
        <p:spPr/>
        <p:txBody>
          <a:bodyPr/>
          <a:lstStyle>
            <a:lvl1pPr>
              <a:defRPr/>
            </a:lvl1pPr>
          </a:lstStyle>
          <a:p>
            <a:pPr>
              <a:defRPr/>
            </a:pPr>
            <a:fld id="{32F0CBD2-409F-4A66-9771-DC61754CF3CE}" type="slidenum">
              <a:rPr lang="en-US"/>
              <a:pPr>
                <a:defRPr/>
              </a:pPr>
              <a:t>‹#›</a:t>
            </a:fld>
            <a:endParaRPr lang="en-US" dirty="0"/>
          </a:p>
        </p:txBody>
      </p:sp>
    </p:spTree>
    <p:extLst>
      <p:ext uri="{BB962C8B-B14F-4D97-AF65-F5344CB8AC3E}">
        <p14:creationId xmlns:p14="http://schemas.microsoft.com/office/powerpoint/2010/main" val="2826383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9572" y="671972"/>
            <a:ext cx="1079072" cy="5788752"/>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2041" y="671972"/>
            <a:ext cx="5727155" cy="578875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80C1934-3D70-8C7A-0B12-92FECA01D9ED}"/>
              </a:ext>
            </a:extLst>
          </p:cNvPr>
          <p:cNvSpPr>
            <a:spLocks noGrp="1"/>
          </p:cNvSpPr>
          <p:nvPr>
            <p:ph type="dt" sz="half" idx="10"/>
          </p:nvPr>
        </p:nvSpPr>
        <p:spPr/>
        <p:txBody>
          <a:bodyPr/>
          <a:lstStyle>
            <a:lvl1pPr>
              <a:defRPr/>
            </a:lvl1pPr>
          </a:lstStyle>
          <a:p>
            <a:pPr>
              <a:defRPr/>
            </a:pPr>
            <a:fld id="{83F0FD14-C5B2-437C-A32E-9FDD1D7EE3C2}" type="datetimeFigureOut">
              <a:rPr lang="en-US"/>
              <a:pPr>
                <a:defRPr/>
              </a:pPr>
              <a:t>2/13/2026</a:t>
            </a:fld>
            <a:endParaRPr lang="en-US" dirty="0"/>
          </a:p>
        </p:txBody>
      </p:sp>
      <p:sp>
        <p:nvSpPr>
          <p:cNvPr id="5" name="Footer Placeholder 4">
            <a:extLst>
              <a:ext uri="{FF2B5EF4-FFF2-40B4-BE49-F238E27FC236}">
                <a16:creationId xmlns:a16="http://schemas.microsoft.com/office/drawing/2014/main" id="{7DC25CDD-5FF0-0FD6-6B6B-D4607029654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F309DEA2-3D81-4341-5EB1-AC476E4FBA5D}"/>
              </a:ext>
            </a:extLst>
          </p:cNvPr>
          <p:cNvSpPr>
            <a:spLocks noGrp="1"/>
          </p:cNvSpPr>
          <p:nvPr>
            <p:ph type="sldNum" sz="quarter" idx="12"/>
          </p:nvPr>
        </p:nvSpPr>
        <p:spPr/>
        <p:txBody>
          <a:bodyPr/>
          <a:lstStyle>
            <a:lvl1pPr>
              <a:defRPr/>
            </a:lvl1pPr>
          </a:lstStyle>
          <a:p>
            <a:pPr>
              <a:defRPr/>
            </a:pPr>
            <a:fld id="{B0CF6F0E-0E6F-47C7-BEFA-E1BF4989521F}" type="slidenum">
              <a:rPr lang="en-US"/>
              <a:pPr>
                <a:defRPr/>
              </a:pPr>
              <a:t>‹#›</a:t>
            </a:fld>
            <a:endParaRPr lang="en-US" dirty="0"/>
          </a:p>
        </p:txBody>
      </p:sp>
    </p:spTree>
    <p:extLst>
      <p:ext uri="{BB962C8B-B14F-4D97-AF65-F5344CB8AC3E}">
        <p14:creationId xmlns:p14="http://schemas.microsoft.com/office/powerpoint/2010/main" val="2130732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17">
            <a:extLst>
              <a:ext uri="{FF2B5EF4-FFF2-40B4-BE49-F238E27FC236}">
                <a16:creationId xmlns:a16="http://schemas.microsoft.com/office/drawing/2014/main" id="{ED63F866-1AB0-F21D-E8AB-62B85B0CF446}"/>
              </a:ext>
            </a:extLst>
          </p:cNvPr>
          <p:cNvGrpSpPr>
            <a:grpSpLocks/>
          </p:cNvGrpSpPr>
          <p:nvPr/>
        </p:nvGrpSpPr>
        <p:grpSpPr bwMode="auto">
          <a:xfrm>
            <a:off x="-9525" y="-9525"/>
            <a:ext cx="10110788" cy="7578725"/>
            <a:chOff x="-8466" y="-8468"/>
            <a:chExt cx="9171316" cy="6874935"/>
          </a:xfrm>
        </p:grpSpPr>
        <p:cxnSp>
          <p:nvCxnSpPr>
            <p:cNvPr id="5" name="Straight Connector 4">
              <a:extLst>
                <a:ext uri="{FF2B5EF4-FFF2-40B4-BE49-F238E27FC236}">
                  <a16:creationId xmlns:a16="http://schemas.microsoft.com/office/drawing/2014/main" id="{3FB38D4A-1EA6-E757-1D3D-3F55DE908089}"/>
                </a:ext>
              </a:extLst>
            </p:cNvPr>
            <p:cNvCxnSpPr/>
            <p:nvPr/>
          </p:nvCxnSpPr>
          <p:spPr>
            <a:xfrm flipV="1">
              <a:off x="5130870" y="4174961"/>
              <a:ext cx="4021900" cy="268286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3152FA3C-5062-93F1-76FE-BA9011BB70D0}"/>
                </a:ext>
              </a:extLst>
            </p:cNvPr>
            <p:cNvCxnSpPr/>
            <p:nvPr/>
          </p:nvCxnSpPr>
          <p:spPr>
            <a:xfrm>
              <a:off x="7043180" y="172"/>
              <a:ext cx="1218234" cy="6857654"/>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7" name="Freeform 29">
              <a:extLst>
                <a:ext uri="{FF2B5EF4-FFF2-40B4-BE49-F238E27FC236}">
                  <a16:creationId xmlns:a16="http://schemas.microsoft.com/office/drawing/2014/main" id="{C1E29C91-7FF6-C4D3-00FB-E12081BC55C6}"/>
                </a:ext>
              </a:extLst>
            </p:cNvPr>
            <p:cNvSpPr/>
            <p:nvPr/>
          </p:nvSpPr>
          <p:spPr>
            <a:xfrm>
              <a:off x="6891981" y="172"/>
              <a:ext cx="2269429" cy="6866295"/>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8" name="Freeform 30">
              <a:extLst>
                <a:ext uri="{FF2B5EF4-FFF2-40B4-BE49-F238E27FC236}">
                  <a16:creationId xmlns:a16="http://schemas.microsoft.com/office/drawing/2014/main" id="{A1A1AB20-32CB-F88F-07E4-B4B00A10283C}"/>
                </a:ext>
              </a:extLst>
            </p:cNvPr>
            <p:cNvSpPr/>
            <p:nvPr/>
          </p:nvSpPr>
          <p:spPr>
            <a:xfrm>
              <a:off x="7204459" y="-8468"/>
              <a:ext cx="1948310" cy="6866295"/>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Freeform 31">
              <a:extLst>
                <a:ext uri="{FF2B5EF4-FFF2-40B4-BE49-F238E27FC236}">
                  <a16:creationId xmlns:a16="http://schemas.microsoft.com/office/drawing/2014/main" id="{86FDBCBB-6AC6-C9C6-5B1F-1704A922C5A7}"/>
                </a:ext>
              </a:extLst>
            </p:cNvPr>
            <p:cNvSpPr/>
            <p:nvPr/>
          </p:nvSpPr>
          <p:spPr>
            <a:xfrm>
              <a:off x="6638542" y="3920066"/>
              <a:ext cx="2512788" cy="2937760"/>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32">
              <a:extLst>
                <a:ext uri="{FF2B5EF4-FFF2-40B4-BE49-F238E27FC236}">
                  <a16:creationId xmlns:a16="http://schemas.microsoft.com/office/drawing/2014/main" id="{E9E961C8-B737-82BF-3D8E-363EF10B4FE3}"/>
                </a:ext>
              </a:extLst>
            </p:cNvPr>
            <p:cNvSpPr/>
            <p:nvPr/>
          </p:nvSpPr>
          <p:spPr>
            <a:xfrm>
              <a:off x="7010060" y="-8468"/>
              <a:ext cx="2142710" cy="6866295"/>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33">
              <a:extLst>
                <a:ext uri="{FF2B5EF4-FFF2-40B4-BE49-F238E27FC236}">
                  <a16:creationId xmlns:a16="http://schemas.microsoft.com/office/drawing/2014/main" id="{7325AFBB-8F6E-1EF0-579B-431879B0D627}"/>
                </a:ext>
              </a:extLst>
            </p:cNvPr>
            <p:cNvSpPr/>
            <p:nvPr/>
          </p:nvSpPr>
          <p:spPr>
            <a:xfrm>
              <a:off x="8295974" y="-8468"/>
              <a:ext cx="856795" cy="6866295"/>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34">
              <a:extLst>
                <a:ext uri="{FF2B5EF4-FFF2-40B4-BE49-F238E27FC236}">
                  <a16:creationId xmlns:a16="http://schemas.microsoft.com/office/drawing/2014/main" id="{91A68BBF-5B0B-C70F-613E-53C94074690C}"/>
                </a:ext>
              </a:extLst>
            </p:cNvPr>
            <p:cNvSpPr/>
            <p:nvPr/>
          </p:nvSpPr>
          <p:spPr>
            <a:xfrm>
              <a:off x="8094375" y="-8468"/>
              <a:ext cx="1067034" cy="6866295"/>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35">
              <a:extLst>
                <a:ext uri="{FF2B5EF4-FFF2-40B4-BE49-F238E27FC236}">
                  <a16:creationId xmlns:a16="http://schemas.microsoft.com/office/drawing/2014/main" id="{4D3CBDB9-16C0-EA58-B9F5-698734CA9828}"/>
                </a:ext>
              </a:extLst>
            </p:cNvPr>
            <p:cNvSpPr/>
            <p:nvPr/>
          </p:nvSpPr>
          <p:spPr>
            <a:xfrm>
              <a:off x="8068455" y="4893559"/>
              <a:ext cx="1094395"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7">
              <a:extLst>
                <a:ext uri="{FF2B5EF4-FFF2-40B4-BE49-F238E27FC236}">
                  <a16:creationId xmlns:a16="http://schemas.microsoft.com/office/drawing/2014/main" id="{F3A1F9C4-3A5F-82D7-3EFD-F5C18A5F4976}"/>
                </a:ext>
              </a:extLst>
            </p:cNvPr>
            <p:cNvSpPr/>
            <p:nvPr/>
          </p:nvSpPr>
          <p:spPr>
            <a:xfrm>
              <a:off x="-8466" y="-8468"/>
              <a:ext cx="863996" cy="5698391"/>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403" y="2650553"/>
            <a:ext cx="6423553" cy="1814743"/>
          </a:xfrm>
        </p:spPr>
        <p:txBody>
          <a:bodyPr anchor="b">
            <a:noAutofit/>
          </a:bodyPr>
          <a:lstStyle>
            <a:lvl1pPr algn="r">
              <a:defRPr sz="5952">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246403" y="4465295"/>
            <a:ext cx="6423553" cy="1209128"/>
          </a:xfrm>
        </p:spPr>
        <p:txBody>
          <a:bodyPr/>
          <a:lstStyle>
            <a:lvl1pPr marL="0" indent="0" algn="r">
              <a:buNone/>
              <a:defRPr>
                <a:solidFill>
                  <a:schemeClr val="tx1">
                    <a:lumMod val="50000"/>
                    <a:lumOff val="50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en-US"/>
              <a:t>Click to edit Master subtitle style</a:t>
            </a:r>
            <a:endParaRPr lang="en-US" dirty="0"/>
          </a:p>
        </p:txBody>
      </p:sp>
      <p:sp>
        <p:nvSpPr>
          <p:cNvPr id="15" name="Date Placeholder 3">
            <a:extLst>
              <a:ext uri="{FF2B5EF4-FFF2-40B4-BE49-F238E27FC236}">
                <a16:creationId xmlns:a16="http://schemas.microsoft.com/office/drawing/2014/main" id="{08B119ED-B39E-937E-AD82-C6E0748A3A8A}"/>
              </a:ext>
            </a:extLst>
          </p:cNvPr>
          <p:cNvSpPr>
            <a:spLocks noGrp="1"/>
          </p:cNvSpPr>
          <p:nvPr>
            <p:ph type="dt" sz="half" idx="10"/>
          </p:nvPr>
        </p:nvSpPr>
        <p:spPr/>
        <p:txBody>
          <a:bodyPr/>
          <a:lstStyle>
            <a:lvl1pPr>
              <a:defRPr/>
            </a:lvl1pPr>
          </a:lstStyle>
          <a:p>
            <a:pPr>
              <a:defRPr/>
            </a:pPr>
            <a:fld id="{8EE2BD1A-265A-4F2D-AE5D-70A9494B7A29}" type="datetimeFigureOut">
              <a:rPr lang="en-US"/>
              <a:pPr>
                <a:defRPr/>
              </a:pPr>
              <a:t>2/13/2026</a:t>
            </a:fld>
            <a:endParaRPr lang="en-US" dirty="0"/>
          </a:p>
        </p:txBody>
      </p:sp>
      <p:sp>
        <p:nvSpPr>
          <p:cNvPr id="16" name="Footer Placeholder 4">
            <a:extLst>
              <a:ext uri="{FF2B5EF4-FFF2-40B4-BE49-F238E27FC236}">
                <a16:creationId xmlns:a16="http://schemas.microsoft.com/office/drawing/2014/main" id="{E8E89B43-4169-D4B9-67B2-54E6EA8773E3}"/>
              </a:ext>
            </a:extLst>
          </p:cNvPr>
          <p:cNvSpPr>
            <a:spLocks noGrp="1"/>
          </p:cNvSpPr>
          <p:nvPr>
            <p:ph type="ftr" sz="quarter" idx="11"/>
          </p:nvPr>
        </p:nvSpPr>
        <p:spPr/>
        <p:txBody>
          <a:bodyPr/>
          <a:lstStyle>
            <a:lvl1pPr>
              <a:defRPr/>
            </a:lvl1pPr>
          </a:lstStyle>
          <a:p>
            <a:pPr>
              <a:defRPr/>
            </a:pPr>
            <a:endParaRPr lang="en-US"/>
          </a:p>
        </p:txBody>
      </p:sp>
      <p:sp>
        <p:nvSpPr>
          <p:cNvPr id="17" name="Slide Number Placeholder 5">
            <a:extLst>
              <a:ext uri="{FF2B5EF4-FFF2-40B4-BE49-F238E27FC236}">
                <a16:creationId xmlns:a16="http://schemas.microsoft.com/office/drawing/2014/main" id="{3DCA6F79-862E-E16A-8893-B73A291AED33}"/>
              </a:ext>
            </a:extLst>
          </p:cNvPr>
          <p:cNvSpPr>
            <a:spLocks noGrp="1"/>
          </p:cNvSpPr>
          <p:nvPr>
            <p:ph type="sldNum" sz="quarter" idx="12"/>
          </p:nvPr>
        </p:nvSpPr>
        <p:spPr/>
        <p:txBody>
          <a:bodyPr/>
          <a:lstStyle>
            <a:lvl1pPr>
              <a:defRPr/>
            </a:lvl1pPr>
          </a:lstStyle>
          <a:p>
            <a:pPr>
              <a:defRPr/>
            </a:pPr>
            <a:fld id="{6B4204F6-62E7-463E-A34E-47C41FF91F70}" type="slidenum">
              <a:rPr lang="en-US"/>
              <a:pPr>
                <a:defRPr/>
              </a:pPr>
              <a:t>‹#›</a:t>
            </a:fld>
            <a:endParaRPr lang="en-US" dirty="0"/>
          </a:p>
        </p:txBody>
      </p:sp>
    </p:spTree>
    <p:extLst>
      <p:ext uri="{BB962C8B-B14F-4D97-AF65-F5344CB8AC3E}">
        <p14:creationId xmlns:p14="http://schemas.microsoft.com/office/powerpoint/2010/main" val="27265227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968"/>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91DFEA4-C00C-6EB6-28F4-9A1C124B6298}"/>
              </a:ext>
            </a:extLst>
          </p:cNvPr>
          <p:cNvSpPr>
            <a:spLocks noGrp="1"/>
          </p:cNvSpPr>
          <p:nvPr>
            <p:ph type="dt" sz="half" idx="10"/>
          </p:nvPr>
        </p:nvSpPr>
        <p:spPr/>
        <p:txBody>
          <a:bodyPr/>
          <a:lstStyle>
            <a:lvl1pPr>
              <a:defRPr/>
            </a:lvl1pPr>
          </a:lstStyle>
          <a:p>
            <a:pPr>
              <a:defRPr/>
            </a:pPr>
            <a:fld id="{B21F5A38-6C45-42E3-95A8-E04C405EA0EA}" type="datetimeFigureOut">
              <a:rPr lang="en-US"/>
              <a:pPr>
                <a:defRPr/>
              </a:pPr>
              <a:t>2/13/2026</a:t>
            </a:fld>
            <a:endParaRPr lang="en-US" dirty="0"/>
          </a:p>
        </p:txBody>
      </p:sp>
      <p:sp>
        <p:nvSpPr>
          <p:cNvPr id="5" name="Footer Placeholder 4">
            <a:extLst>
              <a:ext uri="{FF2B5EF4-FFF2-40B4-BE49-F238E27FC236}">
                <a16:creationId xmlns:a16="http://schemas.microsoft.com/office/drawing/2014/main" id="{7068CC04-283D-92A3-CFCB-B6FB7ED3A106}"/>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FF35CB40-CA6B-8485-3990-84053FD6432B}"/>
              </a:ext>
            </a:extLst>
          </p:cNvPr>
          <p:cNvSpPr>
            <a:spLocks noGrp="1"/>
          </p:cNvSpPr>
          <p:nvPr>
            <p:ph type="sldNum" sz="quarter" idx="12"/>
          </p:nvPr>
        </p:nvSpPr>
        <p:spPr/>
        <p:txBody>
          <a:bodyPr/>
          <a:lstStyle>
            <a:lvl1pPr>
              <a:defRPr/>
            </a:lvl1pPr>
          </a:lstStyle>
          <a:p>
            <a:pPr>
              <a:defRPr/>
            </a:pPr>
            <a:fld id="{710399AA-CB84-45E0-A484-7CEA84D6FD6D}" type="slidenum">
              <a:rPr lang="en-US"/>
              <a:pPr>
                <a:defRPr/>
              </a:pPr>
              <a:t>‹#›</a:t>
            </a:fld>
            <a:endParaRPr lang="en-US" dirty="0"/>
          </a:p>
        </p:txBody>
      </p:sp>
    </p:spTree>
    <p:extLst>
      <p:ext uri="{BB962C8B-B14F-4D97-AF65-F5344CB8AC3E}">
        <p14:creationId xmlns:p14="http://schemas.microsoft.com/office/powerpoint/2010/main" val="18688716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2040" y="2977208"/>
            <a:ext cx="6997915" cy="2013467"/>
          </a:xfrm>
        </p:spPr>
        <p:txBody>
          <a:bodyPr anchor="b"/>
          <a:lstStyle>
            <a:lvl1pPr algn="l">
              <a:defRPr sz="4409" b="0" cap="none"/>
            </a:lvl1pPr>
          </a:lstStyle>
          <a:p>
            <a:r>
              <a:rPr lang="en-US"/>
              <a:t>Click to edit Master title style</a:t>
            </a:r>
            <a:endParaRPr lang="en-US" dirty="0"/>
          </a:p>
        </p:txBody>
      </p:sp>
      <p:sp>
        <p:nvSpPr>
          <p:cNvPr id="3" name="Text Placeholder 2"/>
          <p:cNvSpPr>
            <a:spLocks noGrp="1"/>
          </p:cNvSpPr>
          <p:nvPr>
            <p:ph type="body" idx="1"/>
          </p:nvPr>
        </p:nvSpPr>
        <p:spPr>
          <a:xfrm>
            <a:off x="672040" y="4990673"/>
            <a:ext cx="6997915" cy="948432"/>
          </a:xfrm>
        </p:spPr>
        <p:txBody>
          <a:bodyPr/>
          <a:lstStyle>
            <a:lvl1pPr marL="0" indent="0" algn="l">
              <a:buNone/>
              <a:defRPr sz="2205">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E02823A-0305-CF7F-648C-58BF6C7BB208}"/>
              </a:ext>
            </a:extLst>
          </p:cNvPr>
          <p:cNvSpPr>
            <a:spLocks noGrp="1"/>
          </p:cNvSpPr>
          <p:nvPr>
            <p:ph type="dt" sz="half" idx="10"/>
          </p:nvPr>
        </p:nvSpPr>
        <p:spPr/>
        <p:txBody>
          <a:bodyPr/>
          <a:lstStyle>
            <a:lvl1pPr>
              <a:defRPr/>
            </a:lvl1pPr>
          </a:lstStyle>
          <a:p>
            <a:pPr>
              <a:defRPr/>
            </a:pPr>
            <a:fld id="{49E788FB-8A3D-4A66-A5A7-EC0FFC664A0E}" type="datetimeFigureOut">
              <a:rPr lang="en-US"/>
              <a:pPr>
                <a:defRPr/>
              </a:pPr>
              <a:t>2/13/2026</a:t>
            </a:fld>
            <a:endParaRPr lang="en-US" dirty="0"/>
          </a:p>
        </p:txBody>
      </p:sp>
      <p:sp>
        <p:nvSpPr>
          <p:cNvPr id="5" name="Footer Placeholder 4">
            <a:extLst>
              <a:ext uri="{FF2B5EF4-FFF2-40B4-BE49-F238E27FC236}">
                <a16:creationId xmlns:a16="http://schemas.microsoft.com/office/drawing/2014/main" id="{6028F50D-A092-A713-D6B5-C8718AD0942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E77D38A-7811-E99E-0EF8-A78A6F3EA4C9}"/>
              </a:ext>
            </a:extLst>
          </p:cNvPr>
          <p:cNvSpPr>
            <a:spLocks noGrp="1"/>
          </p:cNvSpPr>
          <p:nvPr>
            <p:ph type="sldNum" sz="quarter" idx="12"/>
          </p:nvPr>
        </p:nvSpPr>
        <p:spPr/>
        <p:txBody>
          <a:bodyPr/>
          <a:lstStyle>
            <a:lvl1pPr>
              <a:defRPr/>
            </a:lvl1pPr>
          </a:lstStyle>
          <a:p>
            <a:pPr>
              <a:defRPr/>
            </a:pPr>
            <a:fld id="{D7440D41-19D6-4711-8A4B-545F149D5433}" type="slidenum">
              <a:rPr lang="en-US"/>
              <a:pPr>
                <a:defRPr/>
              </a:pPr>
              <a:t>‹#›</a:t>
            </a:fld>
            <a:endParaRPr lang="en-US" dirty="0"/>
          </a:p>
        </p:txBody>
      </p:sp>
    </p:spTree>
    <p:extLst>
      <p:ext uri="{BB962C8B-B14F-4D97-AF65-F5344CB8AC3E}">
        <p14:creationId xmlns:p14="http://schemas.microsoft.com/office/powerpoint/2010/main" val="311639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2042" y="671971"/>
            <a:ext cx="6997914" cy="145593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72042" y="2381649"/>
            <a:ext cx="3404426" cy="4277832"/>
          </a:xfrm>
        </p:spPr>
        <p:txBody>
          <a:bodyPr/>
          <a:lstStyle>
            <a:lvl1pPr>
              <a:defRPr sz="1984"/>
            </a:lvl1pPr>
            <a:lvl2pPr>
              <a:defRPr sz="1764"/>
            </a:lvl2pPr>
            <a:lvl3pPr>
              <a:defRPr sz="1543"/>
            </a:lvl3pPr>
            <a:lvl4pPr>
              <a:defRPr sz="1323"/>
            </a:lvl4pPr>
            <a:lvl5pPr>
              <a:defRPr sz="1323"/>
            </a:lvl5pPr>
            <a:lvl6pPr>
              <a:defRPr sz="1323"/>
            </a:lvl6pPr>
            <a:lvl7pPr>
              <a:defRPr sz="1323"/>
            </a:lvl7pPr>
            <a:lvl8pPr>
              <a:defRPr sz="1323"/>
            </a:lvl8pPr>
            <a:lvl9pPr>
              <a:defRPr sz="132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65529" y="2381651"/>
            <a:ext cx="3404427" cy="4277834"/>
          </a:xfrm>
        </p:spPr>
        <p:txBody>
          <a:bodyPr/>
          <a:lstStyle>
            <a:lvl1pPr>
              <a:defRPr sz="1984"/>
            </a:lvl1pPr>
            <a:lvl2pPr>
              <a:defRPr sz="1764"/>
            </a:lvl2pPr>
            <a:lvl3pPr>
              <a:defRPr sz="1543"/>
            </a:lvl3pPr>
            <a:lvl4pPr>
              <a:defRPr sz="1323"/>
            </a:lvl4pPr>
            <a:lvl5pPr>
              <a:defRPr sz="1323"/>
            </a:lvl5pPr>
            <a:lvl6pPr>
              <a:defRPr sz="1323"/>
            </a:lvl6pPr>
            <a:lvl7pPr>
              <a:defRPr sz="1323"/>
            </a:lvl7pPr>
            <a:lvl8pPr>
              <a:defRPr sz="1323"/>
            </a:lvl8pPr>
            <a:lvl9pPr>
              <a:defRPr sz="132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B8D0720A-4218-608E-9735-D2B38C4C7623}"/>
              </a:ext>
            </a:extLst>
          </p:cNvPr>
          <p:cNvSpPr>
            <a:spLocks noGrp="1"/>
          </p:cNvSpPr>
          <p:nvPr>
            <p:ph type="dt" sz="half" idx="10"/>
          </p:nvPr>
        </p:nvSpPr>
        <p:spPr/>
        <p:txBody>
          <a:bodyPr/>
          <a:lstStyle>
            <a:lvl1pPr>
              <a:defRPr/>
            </a:lvl1pPr>
          </a:lstStyle>
          <a:p>
            <a:pPr>
              <a:defRPr/>
            </a:pPr>
            <a:fld id="{B7F70B37-1C7F-46E5-BE77-7176632EC5B6}" type="datetimeFigureOut">
              <a:rPr lang="en-US"/>
              <a:pPr>
                <a:defRPr/>
              </a:pPr>
              <a:t>2/13/2026</a:t>
            </a:fld>
            <a:endParaRPr lang="en-US" dirty="0"/>
          </a:p>
        </p:txBody>
      </p:sp>
      <p:sp>
        <p:nvSpPr>
          <p:cNvPr id="6" name="Footer Placeholder 4">
            <a:extLst>
              <a:ext uri="{FF2B5EF4-FFF2-40B4-BE49-F238E27FC236}">
                <a16:creationId xmlns:a16="http://schemas.microsoft.com/office/drawing/2014/main" id="{3C103E27-1D9C-140A-9BCD-2DC577A914D2}"/>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E9B817C5-8C25-D0B8-E5F4-95A0E4B43D51}"/>
              </a:ext>
            </a:extLst>
          </p:cNvPr>
          <p:cNvSpPr>
            <a:spLocks noGrp="1"/>
          </p:cNvSpPr>
          <p:nvPr>
            <p:ph type="sldNum" sz="quarter" idx="12"/>
          </p:nvPr>
        </p:nvSpPr>
        <p:spPr/>
        <p:txBody>
          <a:bodyPr/>
          <a:lstStyle>
            <a:lvl1pPr>
              <a:defRPr/>
            </a:lvl1pPr>
          </a:lstStyle>
          <a:p>
            <a:pPr>
              <a:defRPr/>
            </a:pPr>
            <a:fld id="{ED6B557F-1D44-416B-BC0B-8C76E2889626}" type="slidenum">
              <a:rPr lang="en-US"/>
              <a:pPr>
                <a:defRPr/>
              </a:pPr>
              <a:t>‹#›</a:t>
            </a:fld>
            <a:endParaRPr lang="en-US" dirty="0"/>
          </a:p>
        </p:txBody>
      </p:sp>
    </p:spTree>
    <p:extLst>
      <p:ext uri="{BB962C8B-B14F-4D97-AF65-F5344CB8AC3E}">
        <p14:creationId xmlns:p14="http://schemas.microsoft.com/office/powerpoint/2010/main" val="2327873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2041" y="671971"/>
            <a:ext cx="6997913" cy="1455937"/>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2041" y="2382084"/>
            <a:ext cx="3407251"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en-US"/>
              <a:t>Click to edit Master text styles</a:t>
            </a:r>
          </a:p>
        </p:txBody>
      </p:sp>
      <p:sp>
        <p:nvSpPr>
          <p:cNvPr id="4" name="Content Placeholder 3"/>
          <p:cNvSpPr>
            <a:spLocks noGrp="1"/>
          </p:cNvSpPr>
          <p:nvPr>
            <p:ph sz="half" idx="2"/>
          </p:nvPr>
        </p:nvSpPr>
        <p:spPr>
          <a:xfrm>
            <a:off x="672041" y="3017307"/>
            <a:ext cx="3407251" cy="36421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62702" y="2382084"/>
            <a:ext cx="3407251" cy="635222"/>
          </a:xfrm>
        </p:spPr>
        <p:txBody>
          <a:bodyPr anchor="b">
            <a:noAutofit/>
          </a:bodyPr>
          <a:lstStyle>
            <a:lvl1pPr marL="0" indent="0">
              <a:buNone/>
              <a:defRPr sz="2646" b="0"/>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en-US"/>
              <a:t>Click to edit Master text styles</a:t>
            </a:r>
          </a:p>
        </p:txBody>
      </p:sp>
      <p:sp>
        <p:nvSpPr>
          <p:cNvPr id="6" name="Content Placeholder 5"/>
          <p:cNvSpPr>
            <a:spLocks noGrp="1"/>
          </p:cNvSpPr>
          <p:nvPr>
            <p:ph sz="quarter" idx="4"/>
          </p:nvPr>
        </p:nvSpPr>
        <p:spPr>
          <a:xfrm>
            <a:off x="4262702" y="3017307"/>
            <a:ext cx="3407251" cy="36421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a:extLst>
              <a:ext uri="{FF2B5EF4-FFF2-40B4-BE49-F238E27FC236}">
                <a16:creationId xmlns:a16="http://schemas.microsoft.com/office/drawing/2014/main" id="{F14C49FE-17DF-9972-DEE6-84405BFCBAA4}"/>
              </a:ext>
            </a:extLst>
          </p:cNvPr>
          <p:cNvSpPr>
            <a:spLocks noGrp="1"/>
          </p:cNvSpPr>
          <p:nvPr>
            <p:ph type="dt" sz="half" idx="10"/>
          </p:nvPr>
        </p:nvSpPr>
        <p:spPr/>
        <p:txBody>
          <a:bodyPr/>
          <a:lstStyle>
            <a:lvl1pPr>
              <a:defRPr/>
            </a:lvl1pPr>
          </a:lstStyle>
          <a:p>
            <a:pPr>
              <a:defRPr/>
            </a:pPr>
            <a:fld id="{DD7F4800-457D-408E-AB0A-5938D87AF2B1}" type="datetimeFigureOut">
              <a:rPr lang="en-US"/>
              <a:pPr>
                <a:defRPr/>
              </a:pPr>
              <a:t>2/13/2026</a:t>
            </a:fld>
            <a:endParaRPr lang="en-US" dirty="0"/>
          </a:p>
        </p:txBody>
      </p:sp>
      <p:sp>
        <p:nvSpPr>
          <p:cNvPr id="8" name="Footer Placeholder 4">
            <a:extLst>
              <a:ext uri="{FF2B5EF4-FFF2-40B4-BE49-F238E27FC236}">
                <a16:creationId xmlns:a16="http://schemas.microsoft.com/office/drawing/2014/main" id="{3BBA31B7-C6BA-624D-B1DA-AB42B8899959}"/>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EA8BEE73-27B0-EBA6-B0B5-48A881DCEA4A}"/>
              </a:ext>
            </a:extLst>
          </p:cNvPr>
          <p:cNvSpPr>
            <a:spLocks noGrp="1"/>
          </p:cNvSpPr>
          <p:nvPr>
            <p:ph type="sldNum" sz="quarter" idx="12"/>
          </p:nvPr>
        </p:nvSpPr>
        <p:spPr/>
        <p:txBody>
          <a:bodyPr/>
          <a:lstStyle>
            <a:lvl1pPr>
              <a:defRPr/>
            </a:lvl1pPr>
          </a:lstStyle>
          <a:p>
            <a:pPr>
              <a:defRPr/>
            </a:pPr>
            <a:fld id="{C4155521-0A12-4013-9B2C-5EC8159007D5}" type="slidenum">
              <a:rPr lang="en-US"/>
              <a:pPr>
                <a:defRPr/>
              </a:pPr>
              <a:t>‹#›</a:t>
            </a:fld>
            <a:endParaRPr lang="en-US" dirty="0"/>
          </a:p>
        </p:txBody>
      </p:sp>
    </p:spTree>
    <p:extLst>
      <p:ext uri="{BB962C8B-B14F-4D97-AF65-F5344CB8AC3E}">
        <p14:creationId xmlns:p14="http://schemas.microsoft.com/office/powerpoint/2010/main" val="8367173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2041" y="671971"/>
            <a:ext cx="6997914" cy="1455937"/>
          </a:xfrm>
        </p:spPr>
        <p:txBody>
          <a:body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53F24002-14C8-BD31-30A0-5F0C16313F6E}"/>
              </a:ext>
            </a:extLst>
          </p:cNvPr>
          <p:cNvSpPr>
            <a:spLocks noGrp="1"/>
          </p:cNvSpPr>
          <p:nvPr>
            <p:ph type="dt" sz="half" idx="10"/>
          </p:nvPr>
        </p:nvSpPr>
        <p:spPr/>
        <p:txBody>
          <a:bodyPr/>
          <a:lstStyle>
            <a:lvl1pPr>
              <a:defRPr/>
            </a:lvl1pPr>
          </a:lstStyle>
          <a:p>
            <a:pPr>
              <a:defRPr/>
            </a:pPr>
            <a:fld id="{60EB8285-FEDA-4063-AD66-744F9A6ADB38}" type="datetimeFigureOut">
              <a:rPr lang="en-US"/>
              <a:pPr>
                <a:defRPr/>
              </a:pPr>
              <a:t>2/13/2026</a:t>
            </a:fld>
            <a:endParaRPr lang="en-US" dirty="0"/>
          </a:p>
        </p:txBody>
      </p:sp>
      <p:sp>
        <p:nvSpPr>
          <p:cNvPr id="4" name="Footer Placeholder 4">
            <a:extLst>
              <a:ext uri="{FF2B5EF4-FFF2-40B4-BE49-F238E27FC236}">
                <a16:creationId xmlns:a16="http://schemas.microsoft.com/office/drawing/2014/main" id="{124E3A41-65B0-54E3-DC21-C2E66AADAE00}"/>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EE3AD7C3-7407-8492-B7FD-ACBD8D4CA2EA}"/>
              </a:ext>
            </a:extLst>
          </p:cNvPr>
          <p:cNvSpPr>
            <a:spLocks noGrp="1"/>
          </p:cNvSpPr>
          <p:nvPr>
            <p:ph type="sldNum" sz="quarter" idx="12"/>
          </p:nvPr>
        </p:nvSpPr>
        <p:spPr/>
        <p:txBody>
          <a:bodyPr/>
          <a:lstStyle>
            <a:lvl1pPr>
              <a:defRPr/>
            </a:lvl1pPr>
          </a:lstStyle>
          <a:p>
            <a:pPr>
              <a:defRPr/>
            </a:pPr>
            <a:fld id="{61B2646E-BA46-4D35-A2B4-FA9E71176921}" type="slidenum">
              <a:rPr lang="en-US"/>
              <a:pPr>
                <a:defRPr/>
              </a:pPr>
              <a:t>‹#›</a:t>
            </a:fld>
            <a:endParaRPr lang="en-US" dirty="0"/>
          </a:p>
        </p:txBody>
      </p:sp>
    </p:spTree>
    <p:extLst>
      <p:ext uri="{BB962C8B-B14F-4D97-AF65-F5344CB8AC3E}">
        <p14:creationId xmlns:p14="http://schemas.microsoft.com/office/powerpoint/2010/main" val="388623201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D8A2F022-BDF0-F62F-34F6-5B15B77765A2}"/>
              </a:ext>
            </a:extLst>
          </p:cNvPr>
          <p:cNvSpPr>
            <a:spLocks noGrp="1"/>
          </p:cNvSpPr>
          <p:nvPr>
            <p:ph type="dt" sz="half" idx="10"/>
          </p:nvPr>
        </p:nvSpPr>
        <p:spPr/>
        <p:txBody>
          <a:bodyPr/>
          <a:lstStyle>
            <a:lvl1pPr>
              <a:defRPr/>
            </a:lvl1pPr>
          </a:lstStyle>
          <a:p>
            <a:pPr>
              <a:defRPr/>
            </a:pPr>
            <a:fld id="{FB0CF5DC-3C4A-4982-9D5A-B3C67E8B34FB}" type="datetimeFigureOut">
              <a:rPr lang="en-US"/>
              <a:pPr>
                <a:defRPr/>
              </a:pPr>
              <a:t>2/13/2026</a:t>
            </a:fld>
            <a:endParaRPr lang="en-US" dirty="0"/>
          </a:p>
        </p:txBody>
      </p:sp>
      <p:sp>
        <p:nvSpPr>
          <p:cNvPr id="3" name="Footer Placeholder 4">
            <a:extLst>
              <a:ext uri="{FF2B5EF4-FFF2-40B4-BE49-F238E27FC236}">
                <a16:creationId xmlns:a16="http://schemas.microsoft.com/office/drawing/2014/main" id="{BE1C7F96-E59B-415D-B5C1-359436B4790A}"/>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E3F13305-4CF6-8DAA-1614-7512ACF72DF0}"/>
              </a:ext>
            </a:extLst>
          </p:cNvPr>
          <p:cNvSpPr>
            <a:spLocks noGrp="1"/>
          </p:cNvSpPr>
          <p:nvPr>
            <p:ph type="sldNum" sz="quarter" idx="12"/>
          </p:nvPr>
        </p:nvSpPr>
        <p:spPr/>
        <p:txBody>
          <a:bodyPr/>
          <a:lstStyle>
            <a:lvl1pPr>
              <a:defRPr/>
            </a:lvl1pPr>
          </a:lstStyle>
          <a:p>
            <a:pPr>
              <a:defRPr/>
            </a:pPr>
            <a:fld id="{C6EB6F27-C783-405B-8293-2909396A39D5}" type="slidenum">
              <a:rPr lang="en-US"/>
              <a:pPr>
                <a:defRPr/>
              </a:pPr>
              <a:t>‹#›</a:t>
            </a:fld>
            <a:endParaRPr lang="en-US" dirty="0"/>
          </a:p>
        </p:txBody>
      </p:sp>
    </p:spTree>
    <p:extLst>
      <p:ext uri="{BB962C8B-B14F-4D97-AF65-F5344CB8AC3E}">
        <p14:creationId xmlns:p14="http://schemas.microsoft.com/office/powerpoint/2010/main" val="49527156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2041" y="1651933"/>
            <a:ext cx="3075982" cy="1409272"/>
          </a:xfrm>
        </p:spPr>
        <p:txBody>
          <a:bodyPr anchor="b"/>
          <a:lstStyle>
            <a:lvl1pPr>
              <a:defRPr sz="2205"/>
            </a:lvl1pPr>
          </a:lstStyle>
          <a:p>
            <a:r>
              <a:rPr lang="en-US"/>
              <a:t>Click to edit Master title style</a:t>
            </a:r>
            <a:endParaRPr lang="en-US" dirty="0"/>
          </a:p>
        </p:txBody>
      </p:sp>
      <p:sp>
        <p:nvSpPr>
          <p:cNvPr id="3" name="Content Placeholder 2"/>
          <p:cNvSpPr>
            <a:spLocks noGrp="1"/>
          </p:cNvSpPr>
          <p:nvPr>
            <p:ph idx="1"/>
          </p:nvPr>
        </p:nvSpPr>
        <p:spPr>
          <a:xfrm>
            <a:off x="3937083" y="567610"/>
            <a:ext cx="3732871" cy="60918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2041" y="3061205"/>
            <a:ext cx="3075982" cy="2848876"/>
          </a:xfrm>
        </p:spPr>
        <p:txBody>
          <a:bodyPr/>
          <a:lstStyle>
            <a:lvl1pPr marL="0" indent="0">
              <a:buNone/>
              <a:defRPr sz="1543"/>
            </a:lvl1pPr>
            <a:lvl2pPr marL="377979" indent="0">
              <a:buNone/>
              <a:defRPr sz="1157"/>
            </a:lvl2pPr>
            <a:lvl3pPr marL="755957" indent="0">
              <a:buNone/>
              <a:defRPr sz="992"/>
            </a:lvl3pPr>
            <a:lvl4pPr marL="1133936" indent="0">
              <a:buNone/>
              <a:defRPr sz="827"/>
            </a:lvl4pPr>
            <a:lvl5pPr marL="1511915" indent="0">
              <a:buNone/>
              <a:defRPr sz="827"/>
            </a:lvl5pPr>
            <a:lvl6pPr marL="1889893" indent="0">
              <a:buNone/>
              <a:defRPr sz="827"/>
            </a:lvl6pPr>
            <a:lvl7pPr marL="2267872" indent="0">
              <a:buNone/>
              <a:defRPr sz="827"/>
            </a:lvl7pPr>
            <a:lvl8pPr marL="2645851" indent="0">
              <a:buNone/>
              <a:defRPr sz="827"/>
            </a:lvl8pPr>
            <a:lvl9pPr marL="3023829" indent="0">
              <a:buNone/>
              <a:defRPr sz="827"/>
            </a:lvl9pPr>
          </a:lstStyle>
          <a:p>
            <a:pPr lvl="0"/>
            <a:r>
              <a:rPr lang="en-US"/>
              <a:t>Click to edit Master text styles</a:t>
            </a:r>
          </a:p>
        </p:txBody>
      </p:sp>
      <p:sp>
        <p:nvSpPr>
          <p:cNvPr id="5" name="Date Placeholder 3">
            <a:extLst>
              <a:ext uri="{FF2B5EF4-FFF2-40B4-BE49-F238E27FC236}">
                <a16:creationId xmlns:a16="http://schemas.microsoft.com/office/drawing/2014/main" id="{769D5BD3-187F-7F1B-45CF-08790178C6CA}"/>
              </a:ext>
            </a:extLst>
          </p:cNvPr>
          <p:cNvSpPr>
            <a:spLocks noGrp="1"/>
          </p:cNvSpPr>
          <p:nvPr>
            <p:ph type="dt" sz="half" idx="10"/>
          </p:nvPr>
        </p:nvSpPr>
        <p:spPr/>
        <p:txBody>
          <a:bodyPr/>
          <a:lstStyle>
            <a:lvl1pPr>
              <a:defRPr/>
            </a:lvl1pPr>
          </a:lstStyle>
          <a:p>
            <a:pPr>
              <a:defRPr/>
            </a:pPr>
            <a:fld id="{297C4846-B4BE-464A-9BBE-A411FA134648}" type="datetimeFigureOut">
              <a:rPr lang="en-US"/>
              <a:pPr>
                <a:defRPr/>
              </a:pPr>
              <a:t>2/13/2026</a:t>
            </a:fld>
            <a:endParaRPr lang="en-US" dirty="0"/>
          </a:p>
        </p:txBody>
      </p:sp>
      <p:sp>
        <p:nvSpPr>
          <p:cNvPr id="6" name="Footer Placeholder 4">
            <a:extLst>
              <a:ext uri="{FF2B5EF4-FFF2-40B4-BE49-F238E27FC236}">
                <a16:creationId xmlns:a16="http://schemas.microsoft.com/office/drawing/2014/main" id="{8CFCBE11-EA72-8A16-5199-0CB0F3331F9D}"/>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27E3A7F7-F65D-C112-6840-109E17EB13D1}"/>
              </a:ext>
            </a:extLst>
          </p:cNvPr>
          <p:cNvSpPr>
            <a:spLocks noGrp="1"/>
          </p:cNvSpPr>
          <p:nvPr>
            <p:ph type="sldNum" sz="quarter" idx="12"/>
          </p:nvPr>
        </p:nvSpPr>
        <p:spPr/>
        <p:txBody>
          <a:bodyPr/>
          <a:lstStyle>
            <a:lvl1pPr>
              <a:defRPr/>
            </a:lvl1pPr>
          </a:lstStyle>
          <a:p>
            <a:pPr>
              <a:defRPr/>
            </a:pPr>
            <a:fld id="{6848D51D-C260-4ADB-96C3-E454AD535734}" type="slidenum">
              <a:rPr lang="en-US"/>
              <a:pPr>
                <a:defRPr/>
              </a:pPr>
              <a:t>‹#›</a:t>
            </a:fld>
            <a:endParaRPr lang="en-US" dirty="0"/>
          </a:p>
        </p:txBody>
      </p:sp>
    </p:spTree>
    <p:extLst>
      <p:ext uri="{BB962C8B-B14F-4D97-AF65-F5344CB8AC3E}">
        <p14:creationId xmlns:p14="http://schemas.microsoft.com/office/powerpoint/2010/main" val="174981417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2041" y="5291772"/>
            <a:ext cx="6997914" cy="624724"/>
          </a:xfrm>
        </p:spPr>
        <p:txBody>
          <a:bodyPr anchor="b"/>
          <a:lstStyle>
            <a:lvl1pPr algn="l">
              <a:defRPr sz="2646"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2041" y="671971"/>
            <a:ext cx="6997914" cy="4239192"/>
          </a:xfrm>
        </p:spPr>
        <p:txBody>
          <a:bodyPr rtlCol="0">
            <a:normAutofit/>
          </a:bodyPr>
          <a:lstStyle>
            <a:lvl1pPr marL="0" indent="0" algn="ctr">
              <a:buNone/>
              <a:defRPr sz="1764"/>
            </a:lvl1pPr>
            <a:lvl2pPr marL="503972" indent="0">
              <a:buNone/>
              <a:defRPr sz="1764"/>
            </a:lvl2pPr>
            <a:lvl3pPr marL="1007943" indent="0">
              <a:buNone/>
              <a:defRPr sz="176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672041" y="5916496"/>
            <a:ext cx="6997914" cy="742987"/>
          </a:xfrm>
        </p:spPr>
        <p:txBody>
          <a:bodyPr/>
          <a:lstStyle>
            <a:lvl1pPr marL="0" indent="0">
              <a:buNone/>
              <a:defRPr sz="132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en-US"/>
              <a:t>Click to edit Master text styles</a:t>
            </a:r>
          </a:p>
        </p:txBody>
      </p:sp>
      <p:sp>
        <p:nvSpPr>
          <p:cNvPr id="5" name="Date Placeholder 3">
            <a:extLst>
              <a:ext uri="{FF2B5EF4-FFF2-40B4-BE49-F238E27FC236}">
                <a16:creationId xmlns:a16="http://schemas.microsoft.com/office/drawing/2014/main" id="{DDDD3CC4-6497-74FB-AD28-6F0775BA5DD2}"/>
              </a:ext>
            </a:extLst>
          </p:cNvPr>
          <p:cNvSpPr>
            <a:spLocks noGrp="1"/>
          </p:cNvSpPr>
          <p:nvPr>
            <p:ph type="dt" sz="half" idx="10"/>
          </p:nvPr>
        </p:nvSpPr>
        <p:spPr/>
        <p:txBody>
          <a:bodyPr/>
          <a:lstStyle>
            <a:lvl1pPr>
              <a:defRPr/>
            </a:lvl1pPr>
          </a:lstStyle>
          <a:p>
            <a:pPr>
              <a:defRPr/>
            </a:pPr>
            <a:fld id="{97D4C411-13BE-4C2D-88DE-D18DE7A1D168}" type="datetimeFigureOut">
              <a:rPr lang="en-US"/>
              <a:pPr>
                <a:defRPr/>
              </a:pPr>
              <a:t>2/13/2026</a:t>
            </a:fld>
            <a:endParaRPr lang="en-US" dirty="0"/>
          </a:p>
        </p:txBody>
      </p:sp>
      <p:sp>
        <p:nvSpPr>
          <p:cNvPr id="6" name="Footer Placeholder 4">
            <a:extLst>
              <a:ext uri="{FF2B5EF4-FFF2-40B4-BE49-F238E27FC236}">
                <a16:creationId xmlns:a16="http://schemas.microsoft.com/office/drawing/2014/main" id="{BEE4B1FF-DF74-CDCB-71C9-6FC214D15B8D}"/>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06BE3F84-848F-0141-C3BA-F9A2DB2DBA6B}"/>
              </a:ext>
            </a:extLst>
          </p:cNvPr>
          <p:cNvSpPr>
            <a:spLocks noGrp="1"/>
          </p:cNvSpPr>
          <p:nvPr>
            <p:ph type="sldNum" sz="quarter" idx="12"/>
          </p:nvPr>
        </p:nvSpPr>
        <p:spPr/>
        <p:txBody>
          <a:bodyPr/>
          <a:lstStyle>
            <a:lvl1pPr>
              <a:defRPr/>
            </a:lvl1pPr>
          </a:lstStyle>
          <a:p>
            <a:pPr>
              <a:defRPr/>
            </a:pPr>
            <a:fld id="{8940FB98-33DB-43AC-A7E1-565BA2E2586E}" type="slidenum">
              <a:rPr lang="en-US"/>
              <a:pPr>
                <a:defRPr/>
              </a:pPr>
              <a:t>‹#›</a:t>
            </a:fld>
            <a:endParaRPr lang="en-US" dirty="0"/>
          </a:p>
        </p:txBody>
      </p:sp>
    </p:spTree>
    <p:extLst>
      <p:ext uri="{BB962C8B-B14F-4D97-AF65-F5344CB8AC3E}">
        <p14:creationId xmlns:p14="http://schemas.microsoft.com/office/powerpoint/2010/main" val="134224229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2042" y="671971"/>
            <a:ext cx="6997914" cy="3751839"/>
          </a:xfrm>
        </p:spPr>
        <p:txBody>
          <a:bodyPr anchor="ctr"/>
          <a:lstStyle>
            <a:lvl1pPr algn="l">
              <a:defRPr sz="4850" b="0" cap="none"/>
            </a:lvl1pPr>
          </a:lstStyle>
          <a:p>
            <a:r>
              <a:rPr lang="en-US"/>
              <a:t>Click to edit Master title style</a:t>
            </a:r>
            <a:endParaRPr lang="en-US" dirty="0"/>
          </a:p>
        </p:txBody>
      </p:sp>
      <p:sp>
        <p:nvSpPr>
          <p:cNvPr id="3" name="Text Placeholder 2"/>
          <p:cNvSpPr>
            <a:spLocks noGrp="1"/>
          </p:cNvSpPr>
          <p:nvPr>
            <p:ph type="body" idx="1"/>
          </p:nvPr>
        </p:nvSpPr>
        <p:spPr>
          <a:xfrm>
            <a:off x="672042" y="4927788"/>
            <a:ext cx="6997914"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3335694-6BBB-5208-F8D0-1A40B423C6B4}"/>
              </a:ext>
            </a:extLst>
          </p:cNvPr>
          <p:cNvSpPr>
            <a:spLocks noGrp="1"/>
          </p:cNvSpPr>
          <p:nvPr>
            <p:ph type="dt" sz="half" idx="10"/>
          </p:nvPr>
        </p:nvSpPr>
        <p:spPr/>
        <p:txBody>
          <a:bodyPr/>
          <a:lstStyle>
            <a:lvl1pPr>
              <a:defRPr/>
            </a:lvl1pPr>
          </a:lstStyle>
          <a:p>
            <a:pPr>
              <a:defRPr/>
            </a:pPr>
            <a:fld id="{07D28A11-E08F-47E8-9A2F-EA8B14F014F4}" type="datetimeFigureOut">
              <a:rPr lang="en-US"/>
              <a:pPr>
                <a:defRPr/>
              </a:pPr>
              <a:t>2/13/2026</a:t>
            </a:fld>
            <a:endParaRPr lang="en-US" dirty="0"/>
          </a:p>
        </p:txBody>
      </p:sp>
      <p:sp>
        <p:nvSpPr>
          <p:cNvPr id="5" name="Footer Placeholder 4">
            <a:extLst>
              <a:ext uri="{FF2B5EF4-FFF2-40B4-BE49-F238E27FC236}">
                <a16:creationId xmlns:a16="http://schemas.microsoft.com/office/drawing/2014/main" id="{C1D70FDB-1A0F-00B1-8A66-686DB6BF729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C4A69F17-7458-370F-CF89-7869DC16A1B9}"/>
              </a:ext>
            </a:extLst>
          </p:cNvPr>
          <p:cNvSpPr>
            <a:spLocks noGrp="1"/>
          </p:cNvSpPr>
          <p:nvPr>
            <p:ph type="sldNum" sz="quarter" idx="12"/>
          </p:nvPr>
        </p:nvSpPr>
        <p:spPr/>
        <p:txBody>
          <a:bodyPr/>
          <a:lstStyle>
            <a:lvl1pPr>
              <a:defRPr/>
            </a:lvl1pPr>
          </a:lstStyle>
          <a:p>
            <a:pPr>
              <a:defRPr/>
            </a:pPr>
            <a:fld id="{998D0773-53A1-4D0B-A237-D5EA091EA8DC}" type="slidenum">
              <a:rPr lang="en-US"/>
              <a:pPr>
                <a:defRPr/>
              </a:pPr>
              <a:t>‹#›</a:t>
            </a:fld>
            <a:endParaRPr lang="en-US" dirty="0"/>
          </a:p>
        </p:txBody>
      </p:sp>
    </p:spTree>
    <p:extLst>
      <p:ext uri="{BB962C8B-B14F-4D97-AF65-F5344CB8AC3E}">
        <p14:creationId xmlns:p14="http://schemas.microsoft.com/office/powerpoint/2010/main" val="113948469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28EAE95-1838-45B7-507C-29977245FED3}"/>
              </a:ext>
            </a:extLst>
          </p:cNvPr>
          <p:cNvSpPr txBox="1"/>
          <p:nvPr/>
        </p:nvSpPr>
        <p:spPr>
          <a:xfrm>
            <a:off x="531813" y="871538"/>
            <a:ext cx="504825" cy="644525"/>
          </a:xfrm>
          <a:prstGeom prst="rect">
            <a:avLst/>
          </a:prstGeom>
        </p:spPr>
        <p:txBody>
          <a:bodyPr lIns="100796" tIns="50398" rIns="100796" bIns="50398" anchor="ctr"/>
          <a:lstStyle/>
          <a:p>
            <a:pPr eaLnBrk="1" fontAlgn="auto" hangingPunct="1">
              <a:spcBef>
                <a:spcPts val="0"/>
              </a:spcBef>
              <a:spcAft>
                <a:spcPts val="0"/>
              </a:spcAft>
              <a:defRPr/>
            </a:pPr>
            <a:r>
              <a:rPr lang="en-US" sz="8818" dirty="0">
                <a:ln w="3175" cmpd="sng">
                  <a:noFill/>
                </a:ln>
                <a:solidFill>
                  <a:schemeClr val="accent1">
                    <a:lumMod val="60000"/>
                    <a:lumOff val="40000"/>
                  </a:schemeClr>
                </a:solidFill>
                <a:latin typeface="Arial"/>
              </a:rPr>
              <a:t>“</a:t>
            </a:r>
          </a:p>
        </p:txBody>
      </p:sp>
      <p:sp>
        <p:nvSpPr>
          <p:cNvPr id="5" name="TextBox 4">
            <a:extLst>
              <a:ext uri="{FF2B5EF4-FFF2-40B4-BE49-F238E27FC236}">
                <a16:creationId xmlns:a16="http://schemas.microsoft.com/office/drawing/2014/main" id="{1ED6AC49-BA8D-05AC-1922-CF6F04C12CC1}"/>
              </a:ext>
            </a:extLst>
          </p:cNvPr>
          <p:cNvSpPr txBox="1"/>
          <p:nvPr/>
        </p:nvSpPr>
        <p:spPr>
          <a:xfrm>
            <a:off x="7439025" y="3181350"/>
            <a:ext cx="503238" cy="644525"/>
          </a:xfrm>
          <a:prstGeom prst="rect">
            <a:avLst/>
          </a:prstGeom>
        </p:spPr>
        <p:txBody>
          <a:bodyPr lIns="100796" tIns="50398" rIns="100796" bIns="50398" anchor="ctr"/>
          <a:lstStyle/>
          <a:p>
            <a:pPr eaLnBrk="1" fontAlgn="auto" hangingPunct="1">
              <a:spcBef>
                <a:spcPts val="0"/>
              </a:spcBef>
              <a:spcAft>
                <a:spcPts val="0"/>
              </a:spcAft>
              <a:defRPr/>
            </a:pPr>
            <a:r>
              <a:rPr lang="en-US" sz="8818" dirty="0">
                <a:ln w="3175" cmpd="sng">
                  <a:noFill/>
                </a:ln>
                <a:solidFill>
                  <a:schemeClr val="accent1">
                    <a:lumMod val="60000"/>
                    <a:lumOff val="40000"/>
                  </a:schemeClr>
                </a:solidFill>
                <a:latin typeface="Arial"/>
              </a:rPr>
              <a:t>”</a:t>
            </a:r>
          </a:p>
        </p:txBody>
      </p:sp>
      <p:sp>
        <p:nvSpPr>
          <p:cNvPr id="2" name="Title 1"/>
          <p:cNvSpPr>
            <a:spLocks noGrp="1"/>
          </p:cNvSpPr>
          <p:nvPr>
            <p:ph type="title"/>
          </p:nvPr>
        </p:nvSpPr>
        <p:spPr>
          <a:xfrm>
            <a:off x="854257" y="671971"/>
            <a:ext cx="6694159" cy="3331857"/>
          </a:xfrm>
        </p:spPr>
        <p:txBody>
          <a:bodyPr anchor="ctr"/>
          <a:lstStyle>
            <a:lvl1pPr algn="l">
              <a:defRPr sz="485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213857" y="4003828"/>
            <a:ext cx="5974958" cy="419982"/>
          </a:xfrm>
        </p:spPr>
        <p:txBody>
          <a:bodyPr anchor="ctr">
            <a:noAutofit/>
          </a:bodyPr>
          <a:lstStyle>
            <a:lvl1pPr marL="0" indent="0">
              <a:buFontTx/>
              <a:buNone/>
              <a:defRPr sz="1764">
                <a:solidFill>
                  <a:schemeClr val="tx1">
                    <a:lumMod val="50000"/>
                    <a:lumOff val="50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en-US"/>
              <a:t>Click to edit Master text styles</a:t>
            </a:r>
          </a:p>
        </p:txBody>
      </p:sp>
      <p:sp>
        <p:nvSpPr>
          <p:cNvPr id="3" name="Text Placeholder 2"/>
          <p:cNvSpPr>
            <a:spLocks noGrp="1"/>
          </p:cNvSpPr>
          <p:nvPr>
            <p:ph type="body" idx="1"/>
          </p:nvPr>
        </p:nvSpPr>
        <p:spPr>
          <a:xfrm>
            <a:off x="672040" y="4927788"/>
            <a:ext cx="6997915" cy="1731695"/>
          </a:xfrm>
        </p:spPr>
        <p:txBody>
          <a:bodyPr anchor="ct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6" name="Date Placeholder 3">
            <a:extLst>
              <a:ext uri="{FF2B5EF4-FFF2-40B4-BE49-F238E27FC236}">
                <a16:creationId xmlns:a16="http://schemas.microsoft.com/office/drawing/2014/main" id="{6ADB8191-016F-D154-1524-23B357382001}"/>
              </a:ext>
            </a:extLst>
          </p:cNvPr>
          <p:cNvSpPr>
            <a:spLocks noGrp="1"/>
          </p:cNvSpPr>
          <p:nvPr>
            <p:ph type="dt" sz="half" idx="14"/>
          </p:nvPr>
        </p:nvSpPr>
        <p:spPr/>
        <p:txBody>
          <a:bodyPr/>
          <a:lstStyle>
            <a:lvl1pPr>
              <a:defRPr/>
            </a:lvl1pPr>
          </a:lstStyle>
          <a:p>
            <a:pPr>
              <a:defRPr/>
            </a:pPr>
            <a:fld id="{60F6C47A-6316-4750-921F-BF2B86673FD5}" type="datetimeFigureOut">
              <a:rPr lang="en-US"/>
              <a:pPr>
                <a:defRPr/>
              </a:pPr>
              <a:t>2/13/2026</a:t>
            </a:fld>
            <a:endParaRPr lang="en-US" dirty="0"/>
          </a:p>
        </p:txBody>
      </p:sp>
      <p:sp>
        <p:nvSpPr>
          <p:cNvPr id="7" name="Footer Placeholder 4">
            <a:extLst>
              <a:ext uri="{FF2B5EF4-FFF2-40B4-BE49-F238E27FC236}">
                <a16:creationId xmlns:a16="http://schemas.microsoft.com/office/drawing/2014/main" id="{3E4229E6-AD01-AF37-9800-9682EF9BD674}"/>
              </a:ext>
            </a:extLst>
          </p:cNvPr>
          <p:cNvSpPr>
            <a:spLocks noGrp="1"/>
          </p:cNvSpPr>
          <p:nvPr>
            <p:ph type="ftr" sz="quarter" idx="15"/>
          </p:nvPr>
        </p:nvSpPr>
        <p:spPr/>
        <p:txBody>
          <a:bodyPr/>
          <a:lstStyle>
            <a:lvl1pPr>
              <a:defRPr/>
            </a:lvl1pPr>
          </a:lstStyle>
          <a:p>
            <a:pPr>
              <a:defRPr/>
            </a:pPr>
            <a:endParaRPr lang="en-US"/>
          </a:p>
        </p:txBody>
      </p:sp>
      <p:sp>
        <p:nvSpPr>
          <p:cNvPr id="8" name="Slide Number Placeholder 5">
            <a:extLst>
              <a:ext uri="{FF2B5EF4-FFF2-40B4-BE49-F238E27FC236}">
                <a16:creationId xmlns:a16="http://schemas.microsoft.com/office/drawing/2014/main" id="{4EAC0728-F4BC-897D-C5CD-9EED4BD4A9B5}"/>
              </a:ext>
            </a:extLst>
          </p:cNvPr>
          <p:cNvSpPr>
            <a:spLocks noGrp="1"/>
          </p:cNvSpPr>
          <p:nvPr>
            <p:ph type="sldNum" sz="quarter" idx="16"/>
          </p:nvPr>
        </p:nvSpPr>
        <p:spPr/>
        <p:txBody>
          <a:bodyPr/>
          <a:lstStyle>
            <a:lvl1pPr>
              <a:defRPr/>
            </a:lvl1pPr>
          </a:lstStyle>
          <a:p>
            <a:pPr>
              <a:defRPr/>
            </a:pPr>
            <a:fld id="{14D87CB2-516E-4121-A1D1-2FCF6B1CC7CD}" type="slidenum">
              <a:rPr lang="en-US"/>
              <a:pPr>
                <a:defRPr/>
              </a:pPr>
              <a:t>‹#›</a:t>
            </a:fld>
            <a:endParaRPr lang="en-US" dirty="0"/>
          </a:p>
        </p:txBody>
      </p:sp>
    </p:spTree>
    <p:extLst>
      <p:ext uri="{BB962C8B-B14F-4D97-AF65-F5344CB8AC3E}">
        <p14:creationId xmlns:p14="http://schemas.microsoft.com/office/powerpoint/2010/main" val="260186004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2040" y="2129659"/>
            <a:ext cx="6997915" cy="2861014"/>
          </a:xfrm>
        </p:spPr>
        <p:txBody>
          <a:bodyPr anchor="b"/>
          <a:lstStyle>
            <a:lvl1pPr algn="l">
              <a:defRPr sz="4850" b="0" cap="none"/>
            </a:lvl1pPr>
          </a:lstStyle>
          <a:p>
            <a:r>
              <a:rPr lang="en-US"/>
              <a:t>Click to edit Master title style</a:t>
            </a:r>
            <a:endParaRPr lang="en-US" dirty="0"/>
          </a:p>
        </p:txBody>
      </p:sp>
      <p:sp>
        <p:nvSpPr>
          <p:cNvPr id="3" name="Text Placeholder 2"/>
          <p:cNvSpPr>
            <a:spLocks noGrp="1"/>
          </p:cNvSpPr>
          <p:nvPr>
            <p:ph type="body" idx="1"/>
          </p:nvPr>
        </p:nvSpPr>
        <p:spPr>
          <a:xfrm>
            <a:off x="672040" y="4990673"/>
            <a:ext cx="6997915" cy="1668810"/>
          </a:xfrm>
        </p:spPr>
        <p:txBody>
          <a:bodyPr/>
          <a:lstStyle>
            <a:lvl1pPr marL="0" indent="0" algn="l">
              <a:buNone/>
              <a:defRPr sz="1984">
                <a:solidFill>
                  <a:schemeClr val="tx1">
                    <a:lumMod val="75000"/>
                    <a:lumOff val="2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D58C058-1DC3-564E-AFB5-8DBBA2D071BC}"/>
              </a:ext>
            </a:extLst>
          </p:cNvPr>
          <p:cNvSpPr>
            <a:spLocks noGrp="1"/>
          </p:cNvSpPr>
          <p:nvPr>
            <p:ph type="dt" sz="half" idx="10"/>
          </p:nvPr>
        </p:nvSpPr>
        <p:spPr/>
        <p:txBody>
          <a:bodyPr/>
          <a:lstStyle>
            <a:lvl1pPr>
              <a:defRPr/>
            </a:lvl1pPr>
          </a:lstStyle>
          <a:p>
            <a:pPr>
              <a:defRPr/>
            </a:pPr>
            <a:fld id="{68235F2C-3F8A-4FFC-A8C2-6962F85AC0B1}" type="datetimeFigureOut">
              <a:rPr lang="en-US"/>
              <a:pPr>
                <a:defRPr/>
              </a:pPr>
              <a:t>2/13/2026</a:t>
            </a:fld>
            <a:endParaRPr lang="en-US" dirty="0"/>
          </a:p>
        </p:txBody>
      </p:sp>
      <p:sp>
        <p:nvSpPr>
          <p:cNvPr id="5" name="Footer Placeholder 4">
            <a:extLst>
              <a:ext uri="{FF2B5EF4-FFF2-40B4-BE49-F238E27FC236}">
                <a16:creationId xmlns:a16="http://schemas.microsoft.com/office/drawing/2014/main" id="{FA213F26-A0CB-C7AA-D7E9-70B470D2C210}"/>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2FE79BDE-9C2C-FD46-51BF-883BF52CD97F}"/>
              </a:ext>
            </a:extLst>
          </p:cNvPr>
          <p:cNvSpPr>
            <a:spLocks noGrp="1"/>
          </p:cNvSpPr>
          <p:nvPr>
            <p:ph type="sldNum" sz="quarter" idx="12"/>
          </p:nvPr>
        </p:nvSpPr>
        <p:spPr/>
        <p:txBody>
          <a:bodyPr/>
          <a:lstStyle>
            <a:lvl1pPr>
              <a:defRPr/>
            </a:lvl1pPr>
          </a:lstStyle>
          <a:p>
            <a:pPr>
              <a:defRPr/>
            </a:pPr>
            <a:fld id="{DEDC6C62-549D-42F0-A7DA-DCFF701CD64C}" type="slidenum">
              <a:rPr lang="en-US"/>
              <a:pPr>
                <a:defRPr/>
              </a:pPr>
              <a:t>‹#›</a:t>
            </a:fld>
            <a:endParaRPr lang="en-US" dirty="0"/>
          </a:p>
        </p:txBody>
      </p:sp>
    </p:spTree>
    <p:extLst>
      <p:ext uri="{BB962C8B-B14F-4D97-AF65-F5344CB8AC3E}">
        <p14:creationId xmlns:p14="http://schemas.microsoft.com/office/powerpoint/2010/main" val="257275144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C6C6541-8484-61A4-9EA4-BE7FE43E0063}"/>
              </a:ext>
            </a:extLst>
          </p:cNvPr>
          <p:cNvSpPr txBox="1"/>
          <p:nvPr/>
        </p:nvSpPr>
        <p:spPr>
          <a:xfrm>
            <a:off x="531813" y="871538"/>
            <a:ext cx="504825" cy="644525"/>
          </a:xfrm>
          <a:prstGeom prst="rect">
            <a:avLst/>
          </a:prstGeom>
        </p:spPr>
        <p:txBody>
          <a:bodyPr lIns="100796" tIns="50398" rIns="100796" bIns="50398" anchor="ctr"/>
          <a:lstStyle/>
          <a:p>
            <a:pPr eaLnBrk="1" fontAlgn="auto" hangingPunct="1">
              <a:spcBef>
                <a:spcPts val="0"/>
              </a:spcBef>
              <a:spcAft>
                <a:spcPts val="0"/>
              </a:spcAft>
              <a:defRPr/>
            </a:pPr>
            <a:r>
              <a:rPr lang="en-US" sz="8818" dirty="0">
                <a:ln w="3175" cmpd="sng">
                  <a:noFill/>
                </a:ln>
                <a:solidFill>
                  <a:schemeClr val="accent1">
                    <a:lumMod val="60000"/>
                    <a:lumOff val="40000"/>
                  </a:schemeClr>
                </a:solidFill>
                <a:latin typeface="Arial"/>
              </a:rPr>
              <a:t>“</a:t>
            </a:r>
          </a:p>
        </p:txBody>
      </p:sp>
      <p:sp>
        <p:nvSpPr>
          <p:cNvPr id="5" name="TextBox 4">
            <a:extLst>
              <a:ext uri="{FF2B5EF4-FFF2-40B4-BE49-F238E27FC236}">
                <a16:creationId xmlns:a16="http://schemas.microsoft.com/office/drawing/2014/main" id="{EEDF8F5E-5FE8-A47A-0584-AF9797905E15}"/>
              </a:ext>
            </a:extLst>
          </p:cNvPr>
          <p:cNvSpPr txBox="1"/>
          <p:nvPr/>
        </p:nvSpPr>
        <p:spPr>
          <a:xfrm>
            <a:off x="7439025" y="3181350"/>
            <a:ext cx="503238" cy="644525"/>
          </a:xfrm>
          <a:prstGeom prst="rect">
            <a:avLst/>
          </a:prstGeom>
        </p:spPr>
        <p:txBody>
          <a:bodyPr lIns="100796" tIns="50398" rIns="100796" bIns="50398" anchor="ctr"/>
          <a:lstStyle/>
          <a:p>
            <a:pPr eaLnBrk="1" fontAlgn="auto" hangingPunct="1">
              <a:spcBef>
                <a:spcPts val="0"/>
              </a:spcBef>
              <a:spcAft>
                <a:spcPts val="0"/>
              </a:spcAft>
              <a:defRPr/>
            </a:pPr>
            <a:r>
              <a:rPr lang="en-US" sz="8818" dirty="0">
                <a:ln w="3175" cmpd="sng">
                  <a:noFill/>
                </a:ln>
                <a:solidFill>
                  <a:schemeClr val="accent1">
                    <a:lumMod val="60000"/>
                    <a:lumOff val="40000"/>
                  </a:schemeClr>
                </a:solidFill>
                <a:latin typeface="Arial"/>
              </a:rPr>
              <a:t>”</a:t>
            </a:r>
          </a:p>
        </p:txBody>
      </p:sp>
      <p:sp>
        <p:nvSpPr>
          <p:cNvPr id="2" name="Title 1"/>
          <p:cNvSpPr>
            <a:spLocks noGrp="1"/>
          </p:cNvSpPr>
          <p:nvPr>
            <p:ph type="title"/>
          </p:nvPr>
        </p:nvSpPr>
        <p:spPr>
          <a:xfrm>
            <a:off x="854257" y="671971"/>
            <a:ext cx="6694159" cy="3331857"/>
          </a:xfrm>
        </p:spPr>
        <p:txBody>
          <a:bodyPr anchor="ctr"/>
          <a:lstStyle>
            <a:lvl1pPr algn="l">
              <a:defRPr sz="485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2038" y="4423810"/>
            <a:ext cx="6997916" cy="566863"/>
          </a:xfrm>
        </p:spPr>
        <p:txBody>
          <a:bodyPr anchor="b">
            <a:noAutofit/>
          </a:bodyPr>
          <a:lstStyle>
            <a:lvl1pPr marL="0" indent="0">
              <a:buFontTx/>
              <a:buNone/>
              <a:defRPr sz="2646">
                <a:solidFill>
                  <a:schemeClr val="tx1">
                    <a:lumMod val="75000"/>
                    <a:lumOff val="25000"/>
                  </a:schemeClr>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en-US"/>
              <a:t>Click to edit Master text styles</a:t>
            </a:r>
          </a:p>
        </p:txBody>
      </p:sp>
      <p:sp>
        <p:nvSpPr>
          <p:cNvPr id="3" name="Text Placeholder 2"/>
          <p:cNvSpPr>
            <a:spLocks noGrp="1"/>
          </p:cNvSpPr>
          <p:nvPr>
            <p:ph type="body" idx="1"/>
          </p:nvPr>
        </p:nvSpPr>
        <p:spPr>
          <a:xfrm>
            <a:off x="672040" y="4990673"/>
            <a:ext cx="6997915"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6" name="Date Placeholder 3">
            <a:extLst>
              <a:ext uri="{FF2B5EF4-FFF2-40B4-BE49-F238E27FC236}">
                <a16:creationId xmlns:a16="http://schemas.microsoft.com/office/drawing/2014/main" id="{3DCA6A44-AA93-643D-76F3-E2A91FAA1EFE}"/>
              </a:ext>
            </a:extLst>
          </p:cNvPr>
          <p:cNvSpPr>
            <a:spLocks noGrp="1"/>
          </p:cNvSpPr>
          <p:nvPr>
            <p:ph type="dt" sz="half" idx="14"/>
          </p:nvPr>
        </p:nvSpPr>
        <p:spPr/>
        <p:txBody>
          <a:bodyPr/>
          <a:lstStyle>
            <a:lvl1pPr>
              <a:defRPr/>
            </a:lvl1pPr>
          </a:lstStyle>
          <a:p>
            <a:pPr>
              <a:defRPr/>
            </a:pPr>
            <a:fld id="{11C460CF-010A-4A4B-89F2-80AFFB73AA99}" type="datetimeFigureOut">
              <a:rPr lang="en-US"/>
              <a:pPr>
                <a:defRPr/>
              </a:pPr>
              <a:t>2/13/2026</a:t>
            </a:fld>
            <a:endParaRPr lang="en-US" dirty="0"/>
          </a:p>
        </p:txBody>
      </p:sp>
      <p:sp>
        <p:nvSpPr>
          <p:cNvPr id="7" name="Footer Placeholder 4">
            <a:extLst>
              <a:ext uri="{FF2B5EF4-FFF2-40B4-BE49-F238E27FC236}">
                <a16:creationId xmlns:a16="http://schemas.microsoft.com/office/drawing/2014/main" id="{E46C1FA8-CB1C-848F-3BC0-3EEEA5DE41E9}"/>
              </a:ext>
            </a:extLst>
          </p:cNvPr>
          <p:cNvSpPr>
            <a:spLocks noGrp="1"/>
          </p:cNvSpPr>
          <p:nvPr>
            <p:ph type="ftr" sz="quarter" idx="15"/>
          </p:nvPr>
        </p:nvSpPr>
        <p:spPr/>
        <p:txBody>
          <a:bodyPr/>
          <a:lstStyle>
            <a:lvl1pPr>
              <a:defRPr/>
            </a:lvl1pPr>
          </a:lstStyle>
          <a:p>
            <a:pPr>
              <a:defRPr/>
            </a:pPr>
            <a:endParaRPr lang="en-US"/>
          </a:p>
        </p:txBody>
      </p:sp>
      <p:sp>
        <p:nvSpPr>
          <p:cNvPr id="8" name="Slide Number Placeholder 5">
            <a:extLst>
              <a:ext uri="{FF2B5EF4-FFF2-40B4-BE49-F238E27FC236}">
                <a16:creationId xmlns:a16="http://schemas.microsoft.com/office/drawing/2014/main" id="{C01A5C28-2C6D-D645-FDBD-DCBE699DCE0D}"/>
              </a:ext>
            </a:extLst>
          </p:cNvPr>
          <p:cNvSpPr>
            <a:spLocks noGrp="1"/>
          </p:cNvSpPr>
          <p:nvPr>
            <p:ph type="sldNum" sz="quarter" idx="16"/>
          </p:nvPr>
        </p:nvSpPr>
        <p:spPr/>
        <p:txBody>
          <a:bodyPr/>
          <a:lstStyle>
            <a:lvl1pPr>
              <a:defRPr/>
            </a:lvl1pPr>
          </a:lstStyle>
          <a:p>
            <a:pPr>
              <a:defRPr/>
            </a:pPr>
            <a:fld id="{AEAA07FD-D55B-4713-A64C-AFF87F000E57}" type="slidenum">
              <a:rPr lang="en-US"/>
              <a:pPr>
                <a:defRPr/>
              </a:pPr>
              <a:t>‹#›</a:t>
            </a:fld>
            <a:endParaRPr lang="en-US" dirty="0"/>
          </a:p>
        </p:txBody>
      </p:sp>
    </p:spTree>
    <p:extLst>
      <p:ext uri="{BB962C8B-B14F-4D97-AF65-F5344CB8AC3E}">
        <p14:creationId xmlns:p14="http://schemas.microsoft.com/office/powerpoint/2010/main" val="78963165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78930" y="671971"/>
            <a:ext cx="6991025" cy="3331857"/>
          </a:xfrm>
        </p:spPr>
        <p:txBody>
          <a:bodyPr anchor="ctr"/>
          <a:lstStyle>
            <a:lvl1pPr algn="l">
              <a:defRPr sz="485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2038" y="4423810"/>
            <a:ext cx="6997916" cy="566863"/>
          </a:xfrm>
        </p:spPr>
        <p:txBody>
          <a:bodyPr anchor="b">
            <a:noAutofit/>
          </a:bodyPr>
          <a:lstStyle>
            <a:lvl1pPr marL="0" indent="0">
              <a:buFontTx/>
              <a:buNone/>
              <a:defRPr sz="2646">
                <a:solidFill>
                  <a:schemeClr val="accent1"/>
                </a:solidFill>
              </a:defRPr>
            </a:lvl1pPr>
            <a:lvl2pPr marL="503972" indent="0">
              <a:buFontTx/>
              <a:buNone/>
              <a:defRPr/>
            </a:lvl2pPr>
            <a:lvl3pPr marL="1007943" indent="0">
              <a:buFontTx/>
              <a:buNone/>
              <a:defRPr/>
            </a:lvl3pPr>
            <a:lvl4pPr marL="1511915" indent="0">
              <a:buFontTx/>
              <a:buNone/>
              <a:defRPr/>
            </a:lvl4pPr>
            <a:lvl5pPr marL="2015886" indent="0">
              <a:buFontTx/>
              <a:buNone/>
              <a:defRPr/>
            </a:lvl5pPr>
          </a:lstStyle>
          <a:p>
            <a:pPr lvl="0"/>
            <a:r>
              <a:rPr lang="en-US"/>
              <a:t>Click to edit Master text styles</a:t>
            </a:r>
          </a:p>
        </p:txBody>
      </p:sp>
      <p:sp>
        <p:nvSpPr>
          <p:cNvPr id="3" name="Text Placeholder 2"/>
          <p:cNvSpPr>
            <a:spLocks noGrp="1"/>
          </p:cNvSpPr>
          <p:nvPr>
            <p:ph type="body" idx="1"/>
          </p:nvPr>
        </p:nvSpPr>
        <p:spPr>
          <a:xfrm>
            <a:off x="672040" y="4990673"/>
            <a:ext cx="6997915" cy="1668810"/>
          </a:xfrm>
        </p:spPr>
        <p:txBody>
          <a:bodyPr/>
          <a:lstStyle>
            <a:lvl1pPr marL="0" indent="0" algn="l">
              <a:buNone/>
              <a:defRPr sz="1984">
                <a:solidFill>
                  <a:schemeClr val="tx1">
                    <a:lumMod val="50000"/>
                    <a:lumOff val="50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BDB0BDC-45EF-4337-AAD1-E9503BD3D12A}"/>
              </a:ext>
            </a:extLst>
          </p:cNvPr>
          <p:cNvSpPr>
            <a:spLocks noGrp="1"/>
          </p:cNvSpPr>
          <p:nvPr>
            <p:ph type="dt" sz="half" idx="14"/>
          </p:nvPr>
        </p:nvSpPr>
        <p:spPr/>
        <p:txBody>
          <a:bodyPr/>
          <a:lstStyle>
            <a:lvl1pPr>
              <a:defRPr/>
            </a:lvl1pPr>
          </a:lstStyle>
          <a:p>
            <a:pPr>
              <a:defRPr/>
            </a:pPr>
            <a:fld id="{BE2AC9E4-101B-4424-8328-BE85D89B331A}" type="datetimeFigureOut">
              <a:rPr lang="en-US"/>
              <a:pPr>
                <a:defRPr/>
              </a:pPr>
              <a:t>2/13/2026</a:t>
            </a:fld>
            <a:endParaRPr lang="en-US" dirty="0"/>
          </a:p>
        </p:txBody>
      </p:sp>
      <p:sp>
        <p:nvSpPr>
          <p:cNvPr id="5" name="Footer Placeholder 4">
            <a:extLst>
              <a:ext uri="{FF2B5EF4-FFF2-40B4-BE49-F238E27FC236}">
                <a16:creationId xmlns:a16="http://schemas.microsoft.com/office/drawing/2014/main" id="{A2749B7C-6E1F-100D-D9BF-E4E8ED8F7817}"/>
              </a:ext>
            </a:extLst>
          </p:cNvPr>
          <p:cNvSpPr>
            <a:spLocks noGrp="1"/>
          </p:cNvSpPr>
          <p:nvPr>
            <p:ph type="ftr" sz="quarter" idx="15"/>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FCF4558C-0190-F9D8-44E0-0923AFFE3917}"/>
              </a:ext>
            </a:extLst>
          </p:cNvPr>
          <p:cNvSpPr>
            <a:spLocks noGrp="1"/>
          </p:cNvSpPr>
          <p:nvPr>
            <p:ph type="sldNum" sz="quarter" idx="16"/>
          </p:nvPr>
        </p:nvSpPr>
        <p:spPr/>
        <p:txBody>
          <a:bodyPr/>
          <a:lstStyle>
            <a:lvl1pPr>
              <a:defRPr/>
            </a:lvl1pPr>
          </a:lstStyle>
          <a:p>
            <a:pPr>
              <a:defRPr/>
            </a:pPr>
            <a:fld id="{4162BCEE-305E-49B0-BFBA-A862E8811B7B}" type="slidenum">
              <a:rPr lang="en-US"/>
              <a:pPr>
                <a:defRPr/>
              </a:pPr>
              <a:t>‹#›</a:t>
            </a:fld>
            <a:endParaRPr lang="en-US" dirty="0"/>
          </a:p>
        </p:txBody>
      </p:sp>
    </p:spTree>
    <p:extLst>
      <p:ext uri="{BB962C8B-B14F-4D97-AF65-F5344CB8AC3E}">
        <p14:creationId xmlns:p14="http://schemas.microsoft.com/office/powerpoint/2010/main" val="120073890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8C3A092-8152-9D7E-C0F0-1E7BC34014C6}"/>
              </a:ext>
            </a:extLst>
          </p:cNvPr>
          <p:cNvSpPr>
            <a:spLocks noGrp="1"/>
          </p:cNvSpPr>
          <p:nvPr>
            <p:ph type="dt" sz="half" idx="10"/>
          </p:nvPr>
        </p:nvSpPr>
        <p:spPr/>
        <p:txBody>
          <a:bodyPr/>
          <a:lstStyle>
            <a:lvl1pPr>
              <a:defRPr/>
            </a:lvl1pPr>
          </a:lstStyle>
          <a:p>
            <a:pPr>
              <a:defRPr/>
            </a:pPr>
            <a:fld id="{731532AA-C18A-4B6B-B139-2598D7FB80A8}" type="datetimeFigureOut">
              <a:rPr lang="en-US"/>
              <a:pPr>
                <a:defRPr/>
              </a:pPr>
              <a:t>2/13/2026</a:t>
            </a:fld>
            <a:endParaRPr lang="en-US" dirty="0"/>
          </a:p>
        </p:txBody>
      </p:sp>
      <p:sp>
        <p:nvSpPr>
          <p:cNvPr id="5" name="Footer Placeholder 4">
            <a:extLst>
              <a:ext uri="{FF2B5EF4-FFF2-40B4-BE49-F238E27FC236}">
                <a16:creationId xmlns:a16="http://schemas.microsoft.com/office/drawing/2014/main" id="{67092CD7-BA48-B704-FD8B-74A76BA62D1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4EA02CC7-80CC-3126-38F3-BFE699FA5035}"/>
              </a:ext>
            </a:extLst>
          </p:cNvPr>
          <p:cNvSpPr>
            <a:spLocks noGrp="1"/>
          </p:cNvSpPr>
          <p:nvPr>
            <p:ph type="sldNum" sz="quarter" idx="12"/>
          </p:nvPr>
        </p:nvSpPr>
        <p:spPr/>
        <p:txBody>
          <a:bodyPr/>
          <a:lstStyle>
            <a:lvl1pPr>
              <a:defRPr/>
            </a:lvl1pPr>
          </a:lstStyle>
          <a:p>
            <a:pPr>
              <a:defRPr/>
            </a:pPr>
            <a:fld id="{63369927-9357-481F-848C-7D41C1020EEE}" type="slidenum">
              <a:rPr lang="en-US"/>
              <a:pPr>
                <a:defRPr/>
              </a:pPr>
              <a:t>‹#›</a:t>
            </a:fld>
            <a:endParaRPr lang="en-US" dirty="0"/>
          </a:p>
        </p:txBody>
      </p:sp>
    </p:spTree>
    <p:extLst>
      <p:ext uri="{BB962C8B-B14F-4D97-AF65-F5344CB8AC3E}">
        <p14:creationId xmlns:p14="http://schemas.microsoft.com/office/powerpoint/2010/main" val="320728281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9572" y="671972"/>
            <a:ext cx="1079072" cy="5788752"/>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2041" y="671972"/>
            <a:ext cx="5727155" cy="578875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64F2AD21-F32F-427D-4BBB-558845A8EC39}"/>
              </a:ext>
            </a:extLst>
          </p:cNvPr>
          <p:cNvSpPr>
            <a:spLocks noGrp="1"/>
          </p:cNvSpPr>
          <p:nvPr>
            <p:ph type="dt" sz="half" idx="10"/>
          </p:nvPr>
        </p:nvSpPr>
        <p:spPr/>
        <p:txBody>
          <a:bodyPr/>
          <a:lstStyle>
            <a:lvl1pPr>
              <a:defRPr/>
            </a:lvl1pPr>
          </a:lstStyle>
          <a:p>
            <a:pPr>
              <a:defRPr/>
            </a:pPr>
            <a:fld id="{F79420E6-8745-4D85-9FB4-44823FE3A4EC}" type="datetimeFigureOut">
              <a:rPr lang="en-US"/>
              <a:pPr>
                <a:defRPr/>
              </a:pPr>
              <a:t>2/13/2026</a:t>
            </a:fld>
            <a:endParaRPr lang="en-US" dirty="0"/>
          </a:p>
        </p:txBody>
      </p:sp>
      <p:sp>
        <p:nvSpPr>
          <p:cNvPr id="5" name="Footer Placeholder 4">
            <a:extLst>
              <a:ext uri="{FF2B5EF4-FFF2-40B4-BE49-F238E27FC236}">
                <a16:creationId xmlns:a16="http://schemas.microsoft.com/office/drawing/2014/main" id="{3F35D260-5206-9767-26CF-A087D3031A1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B3FCB27-762D-3E9F-E242-3305B63B93F2}"/>
              </a:ext>
            </a:extLst>
          </p:cNvPr>
          <p:cNvSpPr>
            <a:spLocks noGrp="1"/>
          </p:cNvSpPr>
          <p:nvPr>
            <p:ph type="sldNum" sz="quarter" idx="12"/>
          </p:nvPr>
        </p:nvSpPr>
        <p:spPr/>
        <p:txBody>
          <a:bodyPr/>
          <a:lstStyle>
            <a:lvl1pPr>
              <a:defRPr/>
            </a:lvl1pPr>
          </a:lstStyle>
          <a:p>
            <a:pPr>
              <a:defRPr/>
            </a:pPr>
            <a:fld id="{4E61F095-2E51-4844-8A2E-E48A1D291909}" type="slidenum">
              <a:rPr lang="en-US"/>
              <a:pPr>
                <a:defRPr/>
              </a:pPr>
              <a:t>‹#›</a:t>
            </a:fld>
            <a:endParaRPr lang="en-US" dirty="0"/>
          </a:p>
        </p:txBody>
      </p:sp>
    </p:spTree>
    <p:extLst>
      <p:ext uri="{BB962C8B-B14F-4D97-AF65-F5344CB8AC3E}">
        <p14:creationId xmlns:p14="http://schemas.microsoft.com/office/powerpoint/2010/main" val="14388864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theme" Target="../theme/theme2.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16">
            <a:extLst>
              <a:ext uri="{FF2B5EF4-FFF2-40B4-BE49-F238E27FC236}">
                <a16:creationId xmlns:a16="http://schemas.microsoft.com/office/drawing/2014/main" id="{63724320-821C-BADE-061D-75F2A53472F7}"/>
              </a:ext>
            </a:extLst>
          </p:cNvPr>
          <p:cNvGrpSpPr>
            <a:grpSpLocks/>
          </p:cNvGrpSpPr>
          <p:nvPr/>
        </p:nvGrpSpPr>
        <p:grpSpPr bwMode="auto">
          <a:xfrm>
            <a:off x="-9525" y="-9525"/>
            <a:ext cx="10110788" cy="7578725"/>
            <a:chOff x="-8467" y="-8468"/>
            <a:chExt cx="9171317" cy="6874935"/>
          </a:xfrm>
        </p:grpSpPr>
        <p:sp>
          <p:nvSpPr>
            <p:cNvPr id="7" name="Freeform 6">
              <a:extLst>
                <a:ext uri="{FF2B5EF4-FFF2-40B4-BE49-F238E27FC236}">
                  <a16:creationId xmlns:a16="http://schemas.microsoft.com/office/drawing/2014/main" id="{2F890C74-4EBD-81F9-5657-4B04829A5ACC}"/>
                </a:ext>
              </a:extLst>
            </p:cNvPr>
            <p:cNvSpPr/>
            <p:nvPr/>
          </p:nvSpPr>
          <p:spPr>
            <a:xfrm>
              <a:off x="-8467" y="4013672"/>
              <a:ext cx="457918" cy="2852795"/>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a:extLst>
                <a:ext uri="{FF2B5EF4-FFF2-40B4-BE49-F238E27FC236}">
                  <a16:creationId xmlns:a16="http://schemas.microsoft.com/office/drawing/2014/main" id="{D7AACE68-5FF2-AF61-E9FC-816B350895DC}"/>
                </a:ext>
              </a:extLst>
            </p:cNvPr>
            <p:cNvCxnSpPr/>
            <p:nvPr/>
          </p:nvCxnSpPr>
          <p:spPr>
            <a:xfrm flipV="1">
              <a:off x="5130869" y="4174961"/>
              <a:ext cx="4021900" cy="268286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D8D7D1B7-3224-E809-F35D-4ED84385BB3D}"/>
                </a:ext>
              </a:extLst>
            </p:cNvPr>
            <p:cNvCxnSpPr/>
            <p:nvPr/>
          </p:nvCxnSpPr>
          <p:spPr>
            <a:xfrm>
              <a:off x="7043180" y="172"/>
              <a:ext cx="1218234" cy="6857654"/>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0" name="Freeform 9">
              <a:extLst>
                <a:ext uri="{FF2B5EF4-FFF2-40B4-BE49-F238E27FC236}">
                  <a16:creationId xmlns:a16="http://schemas.microsoft.com/office/drawing/2014/main" id="{8573A94E-3081-21CC-B5DA-20F4389EBBA8}"/>
                </a:ext>
              </a:extLst>
            </p:cNvPr>
            <p:cNvSpPr/>
            <p:nvPr/>
          </p:nvSpPr>
          <p:spPr>
            <a:xfrm>
              <a:off x="6891980" y="172"/>
              <a:ext cx="2269429" cy="6866295"/>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a:extLst>
                <a:ext uri="{FF2B5EF4-FFF2-40B4-BE49-F238E27FC236}">
                  <a16:creationId xmlns:a16="http://schemas.microsoft.com/office/drawing/2014/main" id="{F0DD1E4A-E377-501C-2C68-05F113FFF805}"/>
                </a:ext>
              </a:extLst>
            </p:cNvPr>
            <p:cNvSpPr/>
            <p:nvPr/>
          </p:nvSpPr>
          <p:spPr>
            <a:xfrm>
              <a:off x="7204459" y="-8468"/>
              <a:ext cx="1948310" cy="6866295"/>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a:extLst>
                <a:ext uri="{FF2B5EF4-FFF2-40B4-BE49-F238E27FC236}">
                  <a16:creationId xmlns:a16="http://schemas.microsoft.com/office/drawing/2014/main" id="{E5E09D7F-5A35-FB3E-D258-7F461D4F0569}"/>
                </a:ext>
              </a:extLst>
            </p:cNvPr>
            <p:cNvSpPr/>
            <p:nvPr/>
          </p:nvSpPr>
          <p:spPr>
            <a:xfrm>
              <a:off x="6638542" y="3920066"/>
              <a:ext cx="2512789" cy="2937760"/>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a:extLst>
                <a:ext uri="{FF2B5EF4-FFF2-40B4-BE49-F238E27FC236}">
                  <a16:creationId xmlns:a16="http://schemas.microsoft.com/office/drawing/2014/main" id="{E8B10EA4-A75C-909F-C6F2-143865C45AA8}"/>
                </a:ext>
              </a:extLst>
            </p:cNvPr>
            <p:cNvSpPr/>
            <p:nvPr/>
          </p:nvSpPr>
          <p:spPr>
            <a:xfrm>
              <a:off x="7010060" y="-8468"/>
              <a:ext cx="2142710" cy="6866295"/>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a:extLst>
                <a:ext uri="{FF2B5EF4-FFF2-40B4-BE49-F238E27FC236}">
                  <a16:creationId xmlns:a16="http://schemas.microsoft.com/office/drawing/2014/main" id="{41AB201A-634B-3CFE-258A-EB9835509BBC}"/>
                </a:ext>
              </a:extLst>
            </p:cNvPr>
            <p:cNvSpPr/>
            <p:nvPr/>
          </p:nvSpPr>
          <p:spPr>
            <a:xfrm>
              <a:off x="8295974" y="-8468"/>
              <a:ext cx="856795" cy="6866295"/>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a:extLst>
                <a:ext uri="{FF2B5EF4-FFF2-40B4-BE49-F238E27FC236}">
                  <a16:creationId xmlns:a16="http://schemas.microsoft.com/office/drawing/2014/main" id="{4859312C-D619-6BCD-3C15-CD35E5BD6441}"/>
                </a:ext>
              </a:extLst>
            </p:cNvPr>
            <p:cNvSpPr/>
            <p:nvPr/>
          </p:nvSpPr>
          <p:spPr>
            <a:xfrm>
              <a:off x="8094375" y="-8468"/>
              <a:ext cx="1067034" cy="6866295"/>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a:extLst>
                <a:ext uri="{FF2B5EF4-FFF2-40B4-BE49-F238E27FC236}">
                  <a16:creationId xmlns:a16="http://schemas.microsoft.com/office/drawing/2014/main" id="{D530960F-C63C-7ADA-0DFB-1FD6940AB3FA}"/>
                </a:ext>
              </a:extLst>
            </p:cNvPr>
            <p:cNvSpPr/>
            <p:nvPr/>
          </p:nvSpPr>
          <p:spPr>
            <a:xfrm>
              <a:off x="8068455" y="4893559"/>
              <a:ext cx="1094395"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1027" name="Title Placeholder 1">
            <a:extLst>
              <a:ext uri="{FF2B5EF4-FFF2-40B4-BE49-F238E27FC236}">
                <a16:creationId xmlns:a16="http://schemas.microsoft.com/office/drawing/2014/main" id="{EC7A8560-A1A7-DE43-5C6C-AE03A2D3AEA0}"/>
              </a:ext>
            </a:extLst>
          </p:cNvPr>
          <p:cNvSpPr>
            <a:spLocks noGrp="1" noChangeArrowheads="1"/>
          </p:cNvSpPr>
          <p:nvPr>
            <p:ph type="title"/>
          </p:nvPr>
        </p:nvSpPr>
        <p:spPr bwMode="auto">
          <a:xfrm>
            <a:off x="671513" y="671513"/>
            <a:ext cx="6997700" cy="1455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1028" name="Text Placeholder 2">
            <a:extLst>
              <a:ext uri="{FF2B5EF4-FFF2-40B4-BE49-F238E27FC236}">
                <a16:creationId xmlns:a16="http://schemas.microsoft.com/office/drawing/2014/main" id="{ABA1A19A-9B93-D36A-24B9-B42ED98B6544}"/>
              </a:ext>
            </a:extLst>
          </p:cNvPr>
          <p:cNvSpPr>
            <a:spLocks noGrp="1" noChangeArrowheads="1"/>
          </p:cNvSpPr>
          <p:nvPr>
            <p:ph type="body" idx="1"/>
          </p:nvPr>
        </p:nvSpPr>
        <p:spPr bwMode="auto">
          <a:xfrm>
            <a:off x="671513" y="2381250"/>
            <a:ext cx="6997700" cy="42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31B304F2-D6A5-03BF-51C0-161F02F600AF}"/>
              </a:ext>
            </a:extLst>
          </p:cNvPr>
          <p:cNvSpPr>
            <a:spLocks noGrp="1"/>
          </p:cNvSpPr>
          <p:nvPr>
            <p:ph type="dt" sz="half" idx="2"/>
          </p:nvPr>
        </p:nvSpPr>
        <p:spPr>
          <a:xfrm>
            <a:off x="5959475" y="6659563"/>
            <a:ext cx="754063" cy="401637"/>
          </a:xfrm>
          <a:prstGeom prst="rect">
            <a:avLst/>
          </a:prstGeom>
        </p:spPr>
        <p:txBody>
          <a:bodyPr vert="horz" lIns="91440" tIns="45720" rIns="91440" bIns="45720" rtlCol="0" anchor="ctr"/>
          <a:lstStyle>
            <a:lvl1pPr algn="r" eaLnBrk="1" fontAlgn="auto" hangingPunct="1">
              <a:spcBef>
                <a:spcPts val="0"/>
              </a:spcBef>
              <a:spcAft>
                <a:spcPts val="0"/>
              </a:spcAft>
              <a:defRPr sz="992">
                <a:solidFill>
                  <a:schemeClr val="tx1">
                    <a:tint val="75000"/>
                  </a:schemeClr>
                </a:solidFill>
                <a:latin typeface="+mn-lt"/>
              </a:defRPr>
            </a:lvl1pPr>
          </a:lstStyle>
          <a:p>
            <a:pPr>
              <a:defRPr/>
            </a:pPr>
            <a:fld id="{21188A60-178C-470D-A3E7-199BE5384E50}" type="datetimeFigureOut">
              <a:rPr lang="en-US"/>
              <a:pPr>
                <a:defRPr/>
              </a:pPr>
              <a:t>2/13/2026</a:t>
            </a:fld>
            <a:endParaRPr lang="en-US" dirty="0"/>
          </a:p>
        </p:txBody>
      </p:sp>
      <p:sp>
        <p:nvSpPr>
          <p:cNvPr id="5" name="Footer Placeholder 4">
            <a:extLst>
              <a:ext uri="{FF2B5EF4-FFF2-40B4-BE49-F238E27FC236}">
                <a16:creationId xmlns:a16="http://schemas.microsoft.com/office/drawing/2014/main" id="{ADA5A57D-8B19-C4F8-3BEE-1AE786157543}"/>
              </a:ext>
            </a:extLst>
          </p:cNvPr>
          <p:cNvSpPr>
            <a:spLocks noGrp="1"/>
          </p:cNvSpPr>
          <p:nvPr>
            <p:ph type="ftr" sz="quarter" idx="3"/>
          </p:nvPr>
        </p:nvSpPr>
        <p:spPr>
          <a:xfrm>
            <a:off x="671513" y="6659563"/>
            <a:ext cx="5097462" cy="401637"/>
          </a:xfrm>
          <a:prstGeom prst="rect">
            <a:avLst/>
          </a:prstGeom>
        </p:spPr>
        <p:txBody>
          <a:bodyPr vert="horz" lIns="91440" tIns="45720" rIns="91440" bIns="45720" rtlCol="0" anchor="ctr"/>
          <a:lstStyle>
            <a:lvl1pPr algn="l" eaLnBrk="1" fontAlgn="auto" hangingPunct="1">
              <a:spcBef>
                <a:spcPts val="0"/>
              </a:spcBef>
              <a:spcAft>
                <a:spcPts val="0"/>
              </a:spcAft>
              <a:defRPr sz="992">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249C190E-66B9-078C-1C22-2E5FFE5090BD}"/>
              </a:ext>
            </a:extLst>
          </p:cNvPr>
          <p:cNvSpPr>
            <a:spLocks noGrp="1"/>
          </p:cNvSpPr>
          <p:nvPr>
            <p:ph type="sldNum" sz="quarter" idx="4"/>
          </p:nvPr>
        </p:nvSpPr>
        <p:spPr>
          <a:xfrm>
            <a:off x="7104063" y="6659563"/>
            <a:ext cx="565150" cy="401637"/>
          </a:xfrm>
          <a:prstGeom prst="rect">
            <a:avLst/>
          </a:prstGeom>
        </p:spPr>
        <p:txBody>
          <a:bodyPr vert="horz" lIns="91440" tIns="45720" rIns="91440" bIns="45720" rtlCol="0" anchor="ctr"/>
          <a:lstStyle>
            <a:lvl1pPr algn="r" eaLnBrk="1" fontAlgn="auto" hangingPunct="1">
              <a:spcBef>
                <a:spcPts val="0"/>
              </a:spcBef>
              <a:spcAft>
                <a:spcPts val="0"/>
              </a:spcAft>
              <a:defRPr sz="992">
                <a:solidFill>
                  <a:schemeClr val="accent1"/>
                </a:solidFill>
                <a:latin typeface="+mn-lt"/>
              </a:defRPr>
            </a:lvl1pPr>
          </a:lstStyle>
          <a:p>
            <a:pPr>
              <a:defRPr/>
            </a:pPr>
            <a:fld id="{8732338B-FF18-4510-9A29-EB047B9A32FC}"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891"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92" r:id="rId11"/>
    <p:sldLayoutId id="2147483887" r:id="rId12"/>
    <p:sldLayoutId id="2147483893" r:id="rId13"/>
    <p:sldLayoutId id="2147483888" r:id="rId14"/>
    <p:sldLayoutId id="2147483889" r:id="rId15"/>
    <p:sldLayoutId id="2147483890" r:id="rId16"/>
  </p:sldLayoutIdLst>
  <p:txStyles>
    <p:titleStyle>
      <a:lvl1pPr algn="l" defTabSz="503238" rtl="0" eaLnBrk="0" fontAlgn="base" hangingPunct="0">
        <a:spcBef>
          <a:spcPct val="0"/>
        </a:spcBef>
        <a:spcAft>
          <a:spcPct val="0"/>
        </a:spcAft>
        <a:defRPr sz="3900" kern="1200">
          <a:solidFill>
            <a:schemeClr val="accent1"/>
          </a:solidFill>
          <a:latin typeface="+mj-lt"/>
          <a:ea typeface="+mj-ea"/>
          <a:cs typeface="+mj-cs"/>
        </a:defRPr>
      </a:lvl1pPr>
      <a:lvl2pPr algn="l" defTabSz="503238" rtl="0" eaLnBrk="0" fontAlgn="base" hangingPunct="0">
        <a:spcBef>
          <a:spcPct val="0"/>
        </a:spcBef>
        <a:spcAft>
          <a:spcPct val="0"/>
        </a:spcAft>
        <a:defRPr sz="3900">
          <a:solidFill>
            <a:schemeClr val="accent1"/>
          </a:solidFill>
          <a:latin typeface="Trebuchet MS" panose="020B0603020202020204" pitchFamily="34" charset="0"/>
        </a:defRPr>
      </a:lvl2pPr>
      <a:lvl3pPr algn="l" defTabSz="503238" rtl="0" eaLnBrk="0" fontAlgn="base" hangingPunct="0">
        <a:spcBef>
          <a:spcPct val="0"/>
        </a:spcBef>
        <a:spcAft>
          <a:spcPct val="0"/>
        </a:spcAft>
        <a:defRPr sz="3900">
          <a:solidFill>
            <a:schemeClr val="accent1"/>
          </a:solidFill>
          <a:latin typeface="Trebuchet MS" panose="020B0603020202020204" pitchFamily="34" charset="0"/>
        </a:defRPr>
      </a:lvl3pPr>
      <a:lvl4pPr algn="l" defTabSz="503238" rtl="0" eaLnBrk="0" fontAlgn="base" hangingPunct="0">
        <a:spcBef>
          <a:spcPct val="0"/>
        </a:spcBef>
        <a:spcAft>
          <a:spcPct val="0"/>
        </a:spcAft>
        <a:defRPr sz="3900">
          <a:solidFill>
            <a:schemeClr val="accent1"/>
          </a:solidFill>
          <a:latin typeface="Trebuchet MS" panose="020B0603020202020204" pitchFamily="34" charset="0"/>
        </a:defRPr>
      </a:lvl4pPr>
      <a:lvl5pPr algn="l" defTabSz="503238" rtl="0" eaLnBrk="0" fontAlgn="base" hangingPunct="0">
        <a:spcBef>
          <a:spcPct val="0"/>
        </a:spcBef>
        <a:spcAft>
          <a:spcPct val="0"/>
        </a:spcAft>
        <a:defRPr sz="3900">
          <a:solidFill>
            <a:schemeClr val="accent1"/>
          </a:solidFill>
          <a:latin typeface="Trebuchet MS" panose="020B0603020202020204" pitchFamily="34"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mn-lt"/>
          <a:ea typeface="+mn-ea"/>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700" kern="1200">
          <a:solidFill>
            <a:srgbClr val="404040"/>
          </a:solidFill>
          <a:latin typeface="+mn-lt"/>
          <a:ea typeface="+mn-ea"/>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500" kern="1200">
          <a:solidFill>
            <a:srgbClr val="404040"/>
          </a:solidFill>
          <a:latin typeface="+mn-lt"/>
          <a:ea typeface="+mn-ea"/>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300" kern="1200">
          <a:solidFill>
            <a:srgbClr val="404040"/>
          </a:solidFill>
          <a:latin typeface="+mn-lt"/>
          <a:ea typeface="+mn-ea"/>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300" kern="1200">
          <a:solidFill>
            <a:srgbClr val="404040"/>
          </a:solidFill>
          <a:latin typeface="+mn-lt"/>
          <a:ea typeface="+mn-ea"/>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16">
            <a:extLst>
              <a:ext uri="{FF2B5EF4-FFF2-40B4-BE49-F238E27FC236}">
                <a16:creationId xmlns:a16="http://schemas.microsoft.com/office/drawing/2014/main" id="{75B57053-F7B2-CA19-E54A-2A4B3694D410}"/>
              </a:ext>
            </a:extLst>
          </p:cNvPr>
          <p:cNvGrpSpPr>
            <a:grpSpLocks/>
          </p:cNvGrpSpPr>
          <p:nvPr/>
        </p:nvGrpSpPr>
        <p:grpSpPr bwMode="auto">
          <a:xfrm>
            <a:off x="-9525" y="-9525"/>
            <a:ext cx="10110788" cy="7578725"/>
            <a:chOff x="-8467" y="-8468"/>
            <a:chExt cx="9171317" cy="6874935"/>
          </a:xfrm>
        </p:grpSpPr>
        <p:sp>
          <p:nvSpPr>
            <p:cNvPr id="7" name="Freeform 6">
              <a:extLst>
                <a:ext uri="{FF2B5EF4-FFF2-40B4-BE49-F238E27FC236}">
                  <a16:creationId xmlns:a16="http://schemas.microsoft.com/office/drawing/2014/main" id="{B1AEA8B2-40F4-0908-79D0-0A2ACCCAE87E}"/>
                </a:ext>
              </a:extLst>
            </p:cNvPr>
            <p:cNvSpPr/>
            <p:nvPr/>
          </p:nvSpPr>
          <p:spPr>
            <a:xfrm>
              <a:off x="-8467" y="4013672"/>
              <a:ext cx="457918" cy="2852795"/>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a:extLst>
                <a:ext uri="{FF2B5EF4-FFF2-40B4-BE49-F238E27FC236}">
                  <a16:creationId xmlns:a16="http://schemas.microsoft.com/office/drawing/2014/main" id="{1FF4188C-189D-E7CA-7151-ECB80687AF0C}"/>
                </a:ext>
              </a:extLst>
            </p:cNvPr>
            <p:cNvCxnSpPr/>
            <p:nvPr/>
          </p:nvCxnSpPr>
          <p:spPr>
            <a:xfrm flipV="1">
              <a:off x="5130869" y="4174961"/>
              <a:ext cx="4021900" cy="268286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37689126-63CB-5FE2-EA74-C6FCABCE9D91}"/>
                </a:ext>
              </a:extLst>
            </p:cNvPr>
            <p:cNvCxnSpPr/>
            <p:nvPr/>
          </p:nvCxnSpPr>
          <p:spPr>
            <a:xfrm>
              <a:off x="7043180" y="172"/>
              <a:ext cx="1218234" cy="6857654"/>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0" name="Freeform 9">
              <a:extLst>
                <a:ext uri="{FF2B5EF4-FFF2-40B4-BE49-F238E27FC236}">
                  <a16:creationId xmlns:a16="http://schemas.microsoft.com/office/drawing/2014/main" id="{30759E06-19B5-1B40-E6CA-F3B98C15A6C7}"/>
                </a:ext>
              </a:extLst>
            </p:cNvPr>
            <p:cNvSpPr/>
            <p:nvPr/>
          </p:nvSpPr>
          <p:spPr>
            <a:xfrm>
              <a:off x="6891980" y="172"/>
              <a:ext cx="2269429" cy="6866295"/>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a:extLst>
                <a:ext uri="{FF2B5EF4-FFF2-40B4-BE49-F238E27FC236}">
                  <a16:creationId xmlns:a16="http://schemas.microsoft.com/office/drawing/2014/main" id="{6947787D-249E-FABB-3DCF-ED1652831A07}"/>
                </a:ext>
              </a:extLst>
            </p:cNvPr>
            <p:cNvSpPr/>
            <p:nvPr/>
          </p:nvSpPr>
          <p:spPr>
            <a:xfrm>
              <a:off x="7204459" y="-8468"/>
              <a:ext cx="1948310" cy="6866295"/>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a:extLst>
                <a:ext uri="{FF2B5EF4-FFF2-40B4-BE49-F238E27FC236}">
                  <a16:creationId xmlns:a16="http://schemas.microsoft.com/office/drawing/2014/main" id="{3343DA47-802F-03E1-74AE-64B18BF58DD9}"/>
                </a:ext>
              </a:extLst>
            </p:cNvPr>
            <p:cNvSpPr/>
            <p:nvPr/>
          </p:nvSpPr>
          <p:spPr>
            <a:xfrm>
              <a:off x="6638542" y="3920066"/>
              <a:ext cx="2512789" cy="2937760"/>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a:extLst>
                <a:ext uri="{FF2B5EF4-FFF2-40B4-BE49-F238E27FC236}">
                  <a16:creationId xmlns:a16="http://schemas.microsoft.com/office/drawing/2014/main" id="{863A9838-1E1E-485E-198C-08C978B21093}"/>
                </a:ext>
              </a:extLst>
            </p:cNvPr>
            <p:cNvSpPr/>
            <p:nvPr/>
          </p:nvSpPr>
          <p:spPr>
            <a:xfrm>
              <a:off x="7010060" y="-8468"/>
              <a:ext cx="2142710" cy="6866295"/>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a:extLst>
                <a:ext uri="{FF2B5EF4-FFF2-40B4-BE49-F238E27FC236}">
                  <a16:creationId xmlns:a16="http://schemas.microsoft.com/office/drawing/2014/main" id="{662054B3-B28A-2165-E99D-7F8153E90C94}"/>
                </a:ext>
              </a:extLst>
            </p:cNvPr>
            <p:cNvSpPr/>
            <p:nvPr/>
          </p:nvSpPr>
          <p:spPr>
            <a:xfrm>
              <a:off x="8295974" y="-8468"/>
              <a:ext cx="856795" cy="6866295"/>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a:extLst>
                <a:ext uri="{FF2B5EF4-FFF2-40B4-BE49-F238E27FC236}">
                  <a16:creationId xmlns:a16="http://schemas.microsoft.com/office/drawing/2014/main" id="{81A23E02-E1E0-524A-0374-32A1DD66D8C3}"/>
                </a:ext>
              </a:extLst>
            </p:cNvPr>
            <p:cNvSpPr/>
            <p:nvPr/>
          </p:nvSpPr>
          <p:spPr>
            <a:xfrm>
              <a:off x="8094375" y="-8468"/>
              <a:ext cx="1067034" cy="6866295"/>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a:extLst>
                <a:ext uri="{FF2B5EF4-FFF2-40B4-BE49-F238E27FC236}">
                  <a16:creationId xmlns:a16="http://schemas.microsoft.com/office/drawing/2014/main" id="{49D21F7C-F5CC-7668-6E5D-8173877F0395}"/>
                </a:ext>
              </a:extLst>
            </p:cNvPr>
            <p:cNvSpPr/>
            <p:nvPr/>
          </p:nvSpPr>
          <p:spPr>
            <a:xfrm>
              <a:off x="8068455" y="4893559"/>
              <a:ext cx="1094395"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1027" name="Title Placeholder 1">
            <a:extLst>
              <a:ext uri="{FF2B5EF4-FFF2-40B4-BE49-F238E27FC236}">
                <a16:creationId xmlns:a16="http://schemas.microsoft.com/office/drawing/2014/main" id="{181EA7F4-94FF-A306-1603-54E9421B7A06}"/>
              </a:ext>
            </a:extLst>
          </p:cNvPr>
          <p:cNvSpPr>
            <a:spLocks noGrp="1" noChangeArrowheads="1"/>
          </p:cNvSpPr>
          <p:nvPr>
            <p:ph type="title"/>
          </p:nvPr>
        </p:nvSpPr>
        <p:spPr bwMode="auto">
          <a:xfrm>
            <a:off x="671513" y="671513"/>
            <a:ext cx="6997700" cy="1455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1028" name="Text Placeholder 2">
            <a:extLst>
              <a:ext uri="{FF2B5EF4-FFF2-40B4-BE49-F238E27FC236}">
                <a16:creationId xmlns:a16="http://schemas.microsoft.com/office/drawing/2014/main" id="{92C16F3D-C4EA-367D-F9BC-94062F0D0868}"/>
              </a:ext>
            </a:extLst>
          </p:cNvPr>
          <p:cNvSpPr>
            <a:spLocks noGrp="1" noChangeArrowheads="1"/>
          </p:cNvSpPr>
          <p:nvPr>
            <p:ph type="body" idx="1"/>
          </p:nvPr>
        </p:nvSpPr>
        <p:spPr bwMode="auto">
          <a:xfrm>
            <a:off x="671513" y="2381250"/>
            <a:ext cx="6997700" cy="42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766CB709-D589-E5B5-B28D-14E87C1612D2}"/>
              </a:ext>
            </a:extLst>
          </p:cNvPr>
          <p:cNvSpPr>
            <a:spLocks noGrp="1"/>
          </p:cNvSpPr>
          <p:nvPr>
            <p:ph type="dt" sz="half" idx="2"/>
          </p:nvPr>
        </p:nvSpPr>
        <p:spPr>
          <a:xfrm>
            <a:off x="5959475" y="6659563"/>
            <a:ext cx="754063" cy="401637"/>
          </a:xfrm>
          <a:prstGeom prst="rect">
            <a:avLst/>
          </a:prstGeom>
        </p:spPr>
        <p:txBody>
          <a:bodyPr vert="horz" lIns="91440" tIns="45720" rIns="91440" bIns="45720" rtlCol="0" anchor="ctr"/>
          <a:lstStyle>
            <a:lvl1pPr algn="r" eaLnBrk="1" fontAlgn="auto" hangingPunct="1">
              <a:spcBef>
                <a:spcPts val="0"/>
              </a:spcBef>
              <a:spcAft>
                <a:spcPts val="0"/>
              </a:spcAft>
              <a:defRPr sz="992">
                <a:solidFill>
                  <a:schemeClr val="tx1">
                    <a:tint val="75000"/>
                  </a:schemeClr>
                </a:solidFill>
                <a:latin typeface="+mn-lt"/>
              </a:defRPr>
            </a:lvl1pPr>
          </a:lstStyle>
          <a:p>
            <a:pPr>
              <a:defRPr/>
            </a:pPr>
            <a:fld id="{4E51BBB3-B4FE-47F4-93B9-3E0E8AE2449F}" type="datetimeFigureOut">
              <a:rPr lang="en-US"/>
              <a:pPr>
                <a:defRPr/>
              </a:pPr>
              <a:t>2/13/2026</a:t>
            </a:fld>
            <a:endParaRPr lang="en-US" dirty="0"/>
          </a:p>
        </p:txBody>
      </p:sp>
      <p:sp>
        <p:nvSpPr>
          <p:cNvPr id="5" name="Footer Placeholder 4">
            <a:extLst>
              <a:ext uri="{FF2B5EF4-FFF2-40B4-BE49-F238E27FC236}">
                <a16:creationId xmlns:a16="http://schemas.microsoft.com/office/drawing/2014/main" id="{72DA6E20-56F3-FD39-3A95-5BCE418D71B2}"/>
              </a:ext>
            </a:extLst>
          </p:cNvPr>
          <p:cNvSpPr>
            <a:spLocks noGrp="1"/>
          </p:cNvSpPr>
          <p:nvPr>
            <p:ph type="ftr" sz="quarter" idx="3"/>
          </p:nvPr>
        </p:nvSpPr>
        <p:spPr>
          <a:xfrm>
            <a:off x="671513" y="6659563"/>
            <a:ext cx="5097462" cy="401637"/>
          </a:xfrm>
          <a:prstGeom prst="rect">
            <a:avLst/>
          </a:prstGeom>
        </p:spPr>
        <p:txBody>
          <a:bodyPr vert="horz" lIns="91440" tIns="45720" rIns="91440" bIns="45720" rtlCol="0" anchor="ctr"/>
          <a:lstStyle>
            <a:lvl1pPr algn="l" eaLnBrk="1" fontAlgn="auto" hangingPunct="1">
              <a:spcBef>
                <a:spcPts val="0"/>
              </a:spcBef>
              <a:spcAft>
                <a:spcPts val="0"/>
              </a:spcAft>
              <a:defRPr sz="992">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0207E8EC-4663-6C0E-A98E-7D53A91194B7}"/>
              </a:ext>
            </a:extLst>
          </p:cNvPr>
          <p:cNvSpPr>
            <a:spLocks noGrp="1"/>
          </p:cNvSpPr>
          <p:nvPr>
            <p:ph type="sldNum" sz="quarter" idx="4"/>
          </p:nvPr>
        </p:nvSpPr>
        <p:spPr>
          <a:xfrm>
            <a:off x="7104063" y="6659563"/>
            <a:ext cx="565150" cy="401637"/>
          </a:xfrm>
          <a:prstGeom prst="rect">
            <a:avLst/>
          </a:prstGeom>
        </p:spPr>
        <p:txBody>
          <a:bodyPr vert="horz" lIns="91440" tIns="45720" rIns="91440" bIns="45720" rtlCol="0" anchor="ctr"/>
          <a:lstStyle>
            <a:lvl1pPr algn="r" eaLnBrk="1" fontAlgn="auto" hangingPunct="1">
              <a:spcBef>
                <a:spcPts val="0"/>
              </a:spcBef>
              <a:spcAft>
                <a:spcPts val="0"/>
              </a:spcAft>
              <a:defRPr sz="992">
                <a:solidFill>
                  <a:schemeClr val="accent1"/>
                </a:solidFill>
                <a:latin typeface="+mn-lt"/>
              </a:defRPr>
            </a:lvl1pPr>
          </a:lstStyle>
          <a:p>
            <a:pPr>
              <a:defRPr/>
            </a:pPr>
            <a:fld id="{311097EB-A6B1-4561-A195-D6B14BC70738}" type="slidenum">
              <a:rPr lang="en-US"/>
              <a:pPr>
                <a:defRPr/>
              </a:pPr>
              <a:t>‹#›</a:t>
            </a:fld>
            <a:endParaRPr lang="en-US" dirty="0"/>
          </a:p>
        </p:txBody>
      </p:sp>
    </p:spTree>
    <p:extLst>
      <p:ext uri="{BB962C8B-B14F-4D97-AF65-F5344CB8AC3E}">
        <p14:creationId xmlns:p14="http://schemas.microsoft.com/office/powerpoint/2010/main" val="3978811971"/>
      </p:ext>
    </p:extLst>
  </p:cSld>
  <p:clrMap bg1="lt1" tx1="dk1" bg2="lt2" tx2="dk2" accent1="accent1" accent2="accent2" accent3="accent3" accent4="accent4" accent5="accent5" accent6="accent6" hlink="hlink" folHlink="folHlink"/>
  <p:sldLayoutIdLst>
    <p:sldLayoutId id="2147483895" r:id="rId1"/>
    <p:sldLayoutId id="2147483896" r:id="rId2"/>
    <p:sldLayoutId id="2147483897" r:id="rId3"/>
    <p:sldLayoutId id="2147483898" r:id="rId4"/>
    <p:sldLayoutId id="2147483899" r:id="rId5"/>
    <p:sldLayoutId id="2147483900" r:id="rId6"/>
    <p:sldLayoutId id="2147483901" r:id="rId7"/>
    <p:sldLayoutId id="2147483902" r:id="rId8"/>
    <p:sldLayoutId id="2147483903" r:id="rId9"/>
    <p:sldLayoutId id="2147483904" r:id="rId10"/>
    <p:sldLayoutId id="2147483905" r:id="rId11"/>
    <p:sldLayoutId id="2147483906" r:id="rId12"/>
    <p:sldLayoutId id="2147483907" r:id="rId13"/>
    <p:sldLayoutId id="2147483908" r:id="rId14"/>
    <p:sldLayoutId id="2147483909" r:id="rId15"/>
    <p:sldLayoutId id="2147483910" r:id="rId16"/>
  </p:sldLayoutIdLst>
  <p:txStyles>
    <p:titleStyle>
      <a:lvl1pPr algn="l" defTabSz="503238" rtl="0" eaLnBrk="0" fontAlgn="base" hangingPunct="0">
        <a:spcBef>
          <a:spcPct val="0"/>
        </a:spcBef>
        <a:spcAft>
          <a:spcPct val="0"/>
        </a:spcAft>
        <a:defRPr sz="3900" kern="1200">
          <a:solidFill>
            <a:schemeClr val="accent1"/>
          </a:solidFill>
          <a:latin typeface="+mj-lt"/>
          <a:ea typeface="+mj-ea"/>
          <a:cs typeface="+mj-cs"/>
        </a:defRPr>
      </a:lvl1pPr>
      <a:lvl2pPr algn="l" defTabSz="503238" rtl="0" eaLnBrk="0" fontAlgn="base" hangingPunct="0">
        <a:spcBef>
          <a:spcPct val="0"/>
        </a:spcBef>
        <a:spcAft>
          <a:spcPct val="0"/>
        </a:spcAft>
        <a:defRPr sz="3900">
          <a:solidFill>
            <a:schemeClr val="accent1"/>
          </a:solidFill>
          <a:latin typeface="Trebuchet MS" panose="020B0603020202020204" pitchFamily="34" charset="0"/>
        </a:defRPr>
      </a:lvl2pPr>
      <a:lvl3pPr algn="l" defTabSz="503238" rtl="0" eaLnBrk="0" fontAlgn="base" hangingPunct="0">
        <a:spcBef>
          <a:spcPct val="0"/>
        </a:spcBef>
        <a:spcAft>
          <a:spcPct val="0"/>
        </a:spcAft>
        <a:defRPr sz="3900">
          <a:solidFill>
            <a:schemeClr val="accent1"/>
          </a:solidFill>
          <a:latin typeface="Trebuchet MS" panose="020B0603020202020204" pitchFamily="34" charset="0"/>
        </a:defRPr>
      </a:lvl3pPr>
      <a:lvl4pPr algn="l" defTabSz="503238" rtl="0" eaLnBrk="0" fontAlgn="base" hangingPunct="0">
        <a:spcBef>
          <a:spcPct val="0"/>
        </a:spcBef>
        <a:spcAft>
          <a:spcPct val="0"/>
        </a:spcAft>
        <a:defRPr sz="3900">
          <a:solidFill>
            <a:schemeClr val="accent1"/>
          </a:solidFill>
          <a:latin typeface="Trebuchet MS" panose="020B0603020202020204" pitchFamily="34" charset="0"/>
        </a:defRPr>
      </a:lvl4pPr>
      <a:lvl5pPr algn="l" defTabSz="503238" rtl="0" eaLnBrk="0" fontAlgn="base" hangingPunct="0">
        <a:spcBef>
          <a:spcPct val="0"/>
        </a:spcBef>
        <a:spcAft>
          <a:spcPct val="0"/>
        </a:spcAft>
        <a:defRPr sz="3900">
          <a:solidFill>
            <a:schemeClr val="accent1"/>
          </a:solidFill>
          <a:latin typeface="Trebuchet MS" panose="020B0603020202020204" pitchFamily="34"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mn-lt"/>
          <a:ea typeface="+mn-ea"/>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700" kern="1200">
          <a:solidFill>
            <a:srgbClr val="404040"/>
          </a:solidFill>
          <a:latin typeface="+mn-lt"/>
          <a:ea typeface="+mn-ea"/>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500" kern="1200">
          <a:solidFill>
            <a:srgbClr val="404040"/>
          </a:solidFill>
          <a:latin typeface="+mn-lt"/>
          <a:ea typeface="+mn-ea"/>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300" kern="1200">
          <a:solidFill>
            <a:srgbClr val="404040"/>
          </a:solidFill>
          <a:latin typeface="+mn-lt"/>
          <a:ea typeface="+mn-ea"/>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300" kern="1200">
          <a:solidFill>
            <a:srgbClr val="404040"/>
          </a:solidFill>
          <a:latin typeface="+mn-lt"/>
          <a:ea typeface="+mn-ea"/>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p:bodyStyle>
    <p:otherStyle>
      <a:defPPr>
        <a:defRPr lang="en-US"/>
      </a:defPPr>
      <a:lvl1pPr marL="0" algn="l" defTabSz="503972" rtl="0" eaLnBrk="1" latinLnBrk="0" hangingPunct="1">
        <a:defRPr sz="1984" kern="1200">
          <a:solidFill>
            <a:schemeClr val="tx1"/>
          </a:solidFill>
          <a:latin typeface="+mn-lt"/>
          <a:ea typeface="+mn-ea"/>
          <a:cs typeface="+mn-cs"/>
        </a:defRPr>
      </a:lvl1pPr>
      <a:lvl2pPr marL="503972" algn="l" defTabSz="503972" rtl="0" eaLnBrk="1" latinLnBrk="0" hangingPunct="1">
        <a:defRPr sz="1984" kern="1200">
          <a:solidFill>
            <a:schemeClr val="tx1"/>
          </a:solidFill>
          <a:latin typeface="+mn-lt"/>
          <a:ea typeface="+mn-ea"/>
          <a:cs typeface="+mn-cs"/>
        </a:defRPr>
      </a:lvl2pPr>
      <a:lvl3pPr marL="1007943" algn="l" defTabSz="503972" rtl="0" eaLnBrk="1" latinLnBrk="0" hangingPunct="1">
        <a:defRPr sz="1984" kern="1200">
          <a:solidFill>
            <a:schemeClr val="tx1"/>
          </a:solidFill>
          <a:latin typeface="+mn-lt"/>
          <a:ea typeface="+mn-ea"/>
          <a:cs typeface="+mn-cs"/>
        </a:defRPr>
      </a:lvl3pPr>
      <a:lvl4pPr marL="1511915" algn="l" defTabSz="503972" rtl="0" eaLnBrk="1" latinLnBrk="0" hangingPunct="1">
        <a:defRPr sz="1984" kern="1200">
          <a:solidFill>
            <a:schemeClr val="tx1"/>
          </a:solidFill>
          <a:latin typeface="+mn-lt"/>
          <a:ea typeface="+mn-ea"/>
          <a:cs typeface="+mn-cs"/>
        </a:defRPr>
      </a:lvl4pPr>
      <a:lvl5pPr marL="2015886" algn="l" defTabSz="503972" rtl="0" eaLnBrk="1" latinLnBrk="0" hangingPunct="1">
        <a:defRPr sz="1984" kern="1200">
          <a:solidFill>
            <a:schemeClr val="tx1"/>
          </a:solidFill>
          <a:latin typeface="+mn-lt"/>
          <a:ea typeface="+mn-ea"/>
          <a:cs typeface="+mn-cs"/>
        </a:defRPr>
      </a:lvl5pPr>
      <a:lvl6pPr marL="2519858" algn="l" defTabSz="503972" rtl="0" eaLnBrk="1" latinLnBrk="0" hangingPunct="1">
        <a:defRPr sz="1984" kern="1200">
          <a:solidFill>
            <a:schemeClr val="tx1"/>
          </a:solidFill>
          <a:latin typeface="+mn-lt"/>
          <a:ea typeface="+mn-ea"/>
          <a:cs typeface="+mn-cs"/>
        </a:defRPr>
      </a:lvl6pPr>
      <a:lvl7pPr marL="3023829" algn="l" defTabSz="503972" rtl="0" eaLnBrk="1" latinLnBrk="0" hangingPunct="1">
        <a:defRPr sz="1984" kern="1200">
          <a:solidFill>
            <a:schemeClr val="tx1"/>
          </a:solidFill>
          <a:latin typeface="+mn-lt"/>
          <a:ea typeface="+mn-ea"/>
          <a:cs typeface="+mn-cs"/>
        </a:defRPr>
      </a:lvl7pPr>
      <a:lvl8pPr marL="3527801" algn="l" defTabSz="503972" rtl="0" eaLnBrk="1" latinLnBrk="0" hangingPunct="1">
        <a:defRPr sz="1984" kern="1200">
          <a:solidFill>
            <a:schemeClr val="tx1"/>
          </a:solidFill>
          <a:latin typeface="+mn-lt"/>
          <a:ea typeface="+mn-ea"/>
          <a:cs typeface="+mn-cs"/>
        </a:defRPr>
      </a:lvl8pPr>
      <a:lvl9pPr marL="4031772" algn="l" defTabSz="503972" rtl="0" eaLnBrk="1" latinLnBrk="0" hangingPunct="1">
        <a:defRPr sz="198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
            <a:extLst>
              <a:ext uri="{FF2B5EF4-FFF2-40B4-BE49-F238E27FC236}">
                <a16:creationId xmlns:a16="http://schemas.microsoft.com/office/drawing/2014/main" id="{F0669829-96CE-470A-CD43-9E98ECCDDEB1}"/>
              </a:ext>
            </a:extLst>
          </p:cNvPr>
          <p:cNvSpPr>
            <a:spLocks noChangeArrowheads="1"/>
          </p:cNvSpPr>
          <p:nvPr/>
        </p:nvSpPr>
        <p:spPr bwMode="auto">
          <a:xfrm>
            <a:off x="503238" y="1863106"/>
            <a:ext cx="9070975" cy="5372719"/>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algn="ctr" eaLnBrk="1" fontAlgn="auto" hangingPunct="1">
              <a:spcBef>
                <a:spcPts val="0"/>
              </a:spcBef>
              <a:spcAft>
                <a:spcPts val="0"/>
              </a:spcAft>
              <a:defRPr/>
            </a:pPr>
            <a:r>
              <a:rPr lang="en-IN" altLang="en-US" sz="3200" b="1" dirty="0">
                <a:solidFill>
                  <a:srgbClr val="000000"/>
                </a:solidFill>
                <a:latin typeface="Times New Roman" panose="02020603050405020304" pitchFamily="18" charset="0"/>
                <a:cs typeface="Times New Roman" panose="02020603050405020304" pitchFamily="18" charset="0"/>
              </a:rPr>
              <a:t>NLP Based Resume Analysis and Ranking System </a:t>
            </a:r>
          </a:p>
          <a:p>
            <a:pPr algn="ctr" eaLnBrk="1" fontAlgn="auto" hangingPunct="1">
              <a:spcBef>
                <a:spcPts val="0"/>
              </a:spcBef>
              <a:spcAft>
                <a:spcPts val="0"/>
              </a:spcAft>
              <a:defRPr/>
            </a:pPr>
            <a:endParaRPr lang="en-IN" altLang="en-US" sz="3200" dirty="0">
              <a:solidFill>
                <a:srgbClr val="000000"/>
              </a:solidFill>
              <a:latin typeface="Times New Roman" panose="02020603050405020304" pitchFamily="18" charset="0"/>
              <a:cs typeface="Times New Roman" panose="02020603050405020304" pitchFamily="18" charset="0"/>
            </a:endParaRPr>
          </a:p>
          <a:p>
            <a:pPr algn="ctr" eaLnBrk="1" fontAlgn="auto" hangingPunct="1">
              <a:spcBef>
                <a:spcPts val="0"/>
              </a:spcBef>
              <a:spcAft>
                <a:spcPts val="0"/>
              </a:spcAft>
              <a:defRPr/>
            </a:pPr>
            <a:r>
              <a:rPr lang="en-IN" altLang="en-US" sz="3200" dirty="0">
                <a:solidFill>
                  <a:srgbClr val="000000"/>
                </a:solidFill>
                <a:latin typeface="Times New Roman" panose="02020603050405020304" pitchFamily="18" charset="0"/>
                <a:cs typeface="Times New Roman" panose="02020603050405020304" pitchFamily="18" charset="0"/>
              </a:rPr>
              <a:t>Aabha Bhide – 22106093</a:t>
            </a:r>
            <a:br>
              <a:rPr lang="en-IN" altLang="en-US" sz="3200" dirty="0">
                <a:solidFill>
                  <a:srgbClr val="000000"/>
                </a:solidFill>
                <a:latin typeface="Times New Roman" panose="02020603050405020304" pitchFamily="18" charset="0"/>
                <a:cs typeface="Times New Roman" panose="02020603050405020304" pitchFamily="18" charset="0"/>
              </a:rPr>
            </a:br>
            <a:r>
              <a:rPr lang="en-IN" altLang="en-US" sz="3200" dirty="0">
                <a:solidFill>
                  <a:srgbClr val="000000"/>
                </a:solidFill>
                <a:latin typeface="Times New Roman" panose="02020603050405020304" pitchFamily="18" charset="0"/>
                <a:cs typeface="Times New Roman" panose="02020603050405020304" pitchFamily="18" charset="0"/>
              </a:rPr>
              <a:t>Aditi Gadhave – 22106079</a:t>
            </a:r>
            <a:br>
              <a:rPr lang="en-IN" altLang="en-US" sz="3200" dirty="0">
                <a:solidFill>
                  <a:srgbClr val="000000"/>
                </a:solidFill>
                <a:latin typeface="Times New Roman" panose="02020603050405020304" pitchFamily="18" charset="0"/>
                <a:cs typeface="Times New Roman" panose="02020603050405020304" pitchFamily="18" charset="0"/>
              </a:rPr>
            </a:br>
            <a:r>
              <a:rPr lang="en-IN" altLang="en-US" sz="3200" dirty="0">
                <a:solidFill>
                  <a:srgbClr val="000000"/>
                </a:solidFill>
                <a:latin typeface="Times New Roman" panose="02020603050405020304" pitchFamily="18" charset="0"/>
                <a:cs typeface="Times New Roman" panose="02020603050405020304" pitchFamily="18" charset="0"/>
              </a:rPr>
              <a:t>Niharika Bandekar - 22106136</a:t>
            </a:r>
          </a:p>
          <a:p>
            <a:pPr algn="ctr" eaLnBrk="1" fontAlgn="auto" hangingPunct="1">
              <a:spcBef>
                <a:spcPts val="0"/>
              </a:spcBef>
              <a:spcAft>
                <a:spcPts val="0"/>
              </a:spcAft>
              <a:defRPr/>
            </a:pPr>
            <a:r>
              <a:rPr lang="en-IN" altLang="en-US" sz="3200" dirty="0">
                <a:solidFill>
                  <a:srgbClr val="000000"/>
                </a:solidFill>
                <a:latin typeface="Times New Roman" panose="02020603050405020304" pitchFamily="18" charset="0"/>
                <a:cs typeface="Times New Roman" panose="02020603050405020304" pitchFamily="18" charset="0"/>
              </a:rPr>
              <a:t>Sumeet Gupta – 22106071</a:t>
            </a:r>
          </a:p>
          <a:p>
            <a:pPr algn="ctr" eaLnBrk="1" fontAlgn="auto" hangingPunct="1">
              <a:spcBef>
                <a:spcPts val="0"/>
              </a:spcBef>
              <a:spcAft>
                <a:spcPts val="0"/>
              </a:spcAft>
              <a:defRPr/>
            </a:pPr>
            <a:endParaRPr lang="en-IN" altLang="en-US" sz="3200" dirty="0">
              <a:solidFill>
                <a:srgbClr val="000000"/>
              </a:solidFill>
              <a:latin typeface="Times New Roman" panose="02020603050405020304" pitchFamily="18" charset="0"/>
              <a:cs typeface="Times New Roman" panose="02020603050405020304" pitchFamily="18" charset="0"/>
            </a:endParaRPr>
          </a:p>
          <a:p>
            <a:pPr algn="ctr" eaLnBrk="1" fontAlgn="auto" hangingPunct="1">
              <a:spcBef>
                <a:spcPts val="0"/>
              </a:spcBef>
              <a:spcAft>
                <a:spcPts val="0"/>
              </a:spcAft>
              <a:defRPr/>
            </a:pPr>
            <a:endParaRPr lang="en-IN" altLang="en-US" sz="3200" dirty="0">
              <a:solidFill>
                <a:srgbClr val="000000"/>
              </a:solidFill>
              <a:latin typeface="Times New Roman" panose="02020603050405020304" pitchFamily="18" charset="0"/>
              <a:cs typeface="Times New Roman" panose="02020603050405020304" pitchFamily="18" charset="0"/>
            </a:endParaRPr>
          </a:p>
          <a:p>
            <a:pPr algn="ctr" eaLnBrk="1" fontAlgn="auto" hangingPunct="1">
              <a:spcBef>
                <a:spcPts val="0"/>
              </a:spcBef>
              <a:spcAft>
                <a:spcPts val="0"/>
              </a:spcAft>
              <a:defRPr/>
            </a:pPr>
            <a:r>
              <a:rPr lang="en-IN" altLang="en-US" sz="2800" b="1" dirty="0">
                <a:solidFill>
                  <a:srgbClr val="000000"/>
                </a:solidFill>
                <a:latin typeface="Times New Roman" panose="02020603050405020304" pitchFamily="18" charset="0"/>
                <a:cs typeface="Times New Roman" panose="02020603050405020304" pitchFamily="18" charset="0"/>
              </a:rPr>
              <a:t>Project Guide</a:t>
            </a:r>
            <a:endParaRPr lang="en-IN" altLang="en-US" sz="2400" b="1" dirty="0">
              <a:solidFill>
                <a:srgbClr val="000000"/>
              </a:solidFill>
              <a:latin typeface="Times New Roman" panose="02020603050405020304" pitchFamily="18" charset="0"/>
              <a:cs typeface="Times New Roman" panose="02020603050405020304" pitchFamily="18" charset="0"/>
            </a:endParaRPr>
          </a:p>
          <a:p>
            <a:pPr algn="ctr" eaLnBrk="1" fontAlgn="auto" hangingPunct="1">
              <a:spcBef>
                <a:spcPts val="0"/>
              </a:spcBef>
              <a:spcAft>
                <a:spcPts val="0"/>
              </a:spcAft>
              <a:defRPr/>
            </a:pPr>
            <a:r>
              <a:rPr lang="en-IN" altLang="en-US" sz="2400" b="1" dirty="0">
                <a:solidFill>
                  <a:srgbClr val="000000"/>
                </a:solidFill>
                <a:latin typeface="Times New Roman" panose="02020603050405020304" pitchFamily="18" charset="0"/>
                <a:cs typeface="Times New Roman" panose="02020603050405020304" pitchFamily="18" charset="0"/>
              </a:rPr>
              <a:t> Prof. Vijaya Bharathi Jagan</a:t>
            </a:r>
          </a:p>
        </p:txBody>
      </p:sp>
      <p:cxnSp>
        <p:nvCxnSpPr>
          <p:cNvPr id="3" name="Straight Connector 2">
            <a:extLst>
              <a:ext uri="{FF2B5EF4-FFF2-40B4-BE49-F238E27FC236}">
                <a16:creationId xmlns:a16="http://schemas.microsoft.com/office/drawing/2014/main" id="{A5B59FE8-D15E-1059-5032-779C0EC3229A}"/>
              </a:ext>
            </a:extLst>
          </p:cNvPr>
          <p:cNvCxnSpPr/>
          <p:nvPr/>
        </p:nvCxnSpPr>
        <p:spPr>
          <a:xfrm>
            <a:off x="0" y="1743075"/>
            <a:ext cx="10080625" cy="0"/>
          </a:xfrm>
          <a:prstGeom prst="line">
            <a:avLst/>
          </a:prstGeom>
          <a:ln>
            <a:solidFill>
              <a:schemeClr val="tx1"/>
            </a:solidFill>
          </a:ln>
        </p:spPr>
        <p:style>
          <a:lnRef idx="3">
            <a:schemeClr val="accent1"/>
          </a:lnRef>
          <a:fillRef idx="0">
            <a:schemeClr val="accent1"/>
          </a:fillRef>
          <a:effectRef idx="2">
            <a:schemeClr val="accent1"/>
          </a:effectRef>
          <a:fontRef idx="minor">
            <a:schemeClr val="tx1"/>
          </a:fontRef>
        </p:style>
      </p:cxnSp>
      <p:pic>
        <p:nvPicPr>
          <p:cNvPr id="8196" name="Picture 3">
            <a:extLst>
              <a:ext uri="{FF2B5EF4-FFF2-40B4-BE49-F238E27FC236}">
                <a16:creationId xmlns:a16="http://schemas.microsoft.com/office/drawing/2014/main" id="{D8F03965-57A7-0D7C-6010-C6ECF99C37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5862" y="236572"/>
            <a:ext cx="7705725"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
            <a:extLst>
              <a:ext uri="{FF2B5EF4-FFF2-40B4-BE49-F238E27FC236}">
                <a16:creationId xmlns:a16="http://schemas.microsoft.com/office/drawing/2014/main" id="{2AC7D1F2-0A6D-8AF7-5A3C-076C3144567D}"/>
              </a:ext>
            </a:extLst>
          </p:cNvPr>
          <p:cNvSpPr>
            <a:spLocks noChangeArrowheads="1"/>
          </p:cNvSpPr>
          <p:nvPr/>
        </p:nvSpPr>
        <p:spPr bwMode="auto">
          <a:xfrm>
            <a:off x="504825" y="144463"/>
            <a:ext cx="9070975" cy="1057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1680" rIns="0" bIns="0" anchor="ctr"/>
          <a:lstStyle>
            <a:lvl1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marL="0" marR="0" lvl="0" indent="0" algn="ctr" defTabSz="457200" rtl="0" eaLnBrk="1" fontAlgn="base" latinLnBrk="0" hangingPunct="1">
              <a:lnSpc>
                <a:spcPct val="93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pPr>
            <a:r>
              <a:rPr kumimoji="0" lang="en-IN" altLang="en-US" sz="36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DejaVu Sans" charset="0"/>
              </a:rPr>
              <a:t>Outline</a:t>
            </a:r>
          </a:p>
        </p:txBody>
      </p:sp>
      <p:sp>
        <p:nvSpPr>
          <p:cNvPr id="10243" name="Rectangle 2">
            <a:extLst>
              <a:ext uri="{FF2B5EF4-FFF2-40B4-BE49-F238E27FC236}">
                <a16:creationId xmlns:a16="http://schemas.microsoft.com/office/drawing/2014/main" id="{F5124167-4A82-5C0A-01CC-661A895B85AD}"/>
              </a:ext>
            </a:extLst>
          </p:cNvPr>
          <p:cNvSpPr>
            <a:spLocks noChangeArrowheads="1"/>
          </p:cNvSpPr>
          <p:nvPr/>
        </p:nvSpPr>
        <p:spPr bwMode="auto">
          <a:xfrm>
            <a:off x="504825" y="990599"/>
            <a:ext cx="9323388" cy="5578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21240" rIns="0" bIns="0"/>
          <a:lstStyle>
            <a:lvl1pPr marL="430213" indent="-322263">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marL="430213" marR="0" lvl="0" indent="-322263" algn="just" defTabSz="457200" rtl="0" eaLnBrk="0" fontAlgn="base" latinLnBrk="0" hangingPunct="0">
              <a:lnSpc>
                <a:spcPct val="150000"/>
              </a:lnSpc>
              <a:spcBef>
                <a:spcPct val="0"/>
              </a:spcBef>
              <a:spcAft>
                <a:spcPct val="0"/>
              </a:spcAft>
              <a:buClrTx/>
              <a:buSzTx/>
              <a:buFont typeface="Wingdings" panose="05000000000000000000" pitchFamily="2" charset="2"/>
              <a:buChar cha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pPr>
            <a:r>
              <a:rPr kumimoji="0" lang="en-IN" altLang="en-US" sz="24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Introduction</a:t>
            </a:r>
          </a:p>
          <a:p>
            <a:pPr lvl="0" algn="just">
              <a:lnSpc>
                <a:spcPct val="150000"/>
              </a:lnSpc>
              <a:buFont typeface="Wingdings" panose="05000000000000000000" pitchFamily="2" charset="2"/>
              <a:buChar char="§"/>
              <a:defRPr/>
            </a:pPr>
            <a:r>
              <a:rPr lang="en-IN" altLang="en-US" sz="2400" dirty="0">
                <a:solidFill>
                  <a:srgbClr val="000000"/>
                </a:solidFill>
                <a:latin typeface="Times New Roman" panose="02020603050405020304" pitchFamily="18" charset="0"/>
                <a:cs typeface="Times New Roman" panose="02020603050405020304" pitchFamily="18" charset="0"/>
              </a:rPr>
              <a:t>Literature Survey of the existing system</a:t>
            </a:r>
          </a:p>
          <a:p>
            <a:pPr lvl="0" algn="just">
              <a:lnSpc>
                <a:spcPct val="150000"/>
              </a:lnSpc>
              <a:buFont typeface="Wingdings" panose="05000000000000000000" pitchFamily="2" charset="2"/>
              <a:buChar char="§"/>
              <a:defRPr/>
            </a:pPr>
            <a:r>
              <a:rPr lang="en-IN" altLang="en-US" sz="2400" dirty="0">
                <a:solidFill>
                  <a:srgbClr val="000000"/>
                </a:solidFill>
                <a:latin typeface="Times New Roman" panose="02020603050405020304" pitchFamily="18" charset="0"/>
                <a:cs typeface="Times New Roman" panose="02020603050405020304" pitchFamily="18" charset="0"/>
              </a:rPr>
              <a:t>Limitations of Existing Systems </a:t>
            </a:r>
          </a:p>
          <a:p>
            <a:pPr lvl="0" algn="just">
              <a:lnSpc>
                <a:spcPct val="150000"/>
              </a:lnSpc>
              <a:buFont typeface="Wingdings" panose="05000000000000000000" pitchFamily="2" charset="2"/>
              <a:buChar char="§"/>
              <a:defRPr/>
            </a:pPr>
            <a:r>
              <a:rPr lang="en-IN" sz="2400" dirty="0">
                <a:latin typeface="Times New Roman" panose="02020603050405020304" pitchFamily="18" charset="0"/>
                <a:cs typeface="Times New Roman" panose="02020603050405020304" pitchFamily="18" charset="0"/>
              </a:rPr>
              <a:t> Problem Statement</a:t>
            </a:r>
          </a:p>
          <a:p>
            <a:pPr lvl="0" algn="just">
              <a:lnSpc>
                <a:spcPct val="150000"/>
              </a:lnSpc>
              <a:buFont typeface="Wingdings" panose="05000000000000000000" pitchFamily="2" charset="2"/>
              <a:buChar char="§"/>
              <a:defRPr/>
            </a:pPr>
            <a:r>
              <a:rPr lang="en-IN" sz="2400" dirty="0">
                <a:latin typeface="Times New Roman" panose="02020603050405020304" pitchFamily="18" charset="0"/>
                <a:cs typeface="Times New Roman" panose="02020603050405020304" pitchFamily="18" charset="0"/>
              </a:rPr>
              <a:t>System Design</a:t>
            </a:r>
          </a:p>
          <a:p>
            <a:pPr lvl="0" algn="just">
              <a:lnSpc>
                <a:spcPct val="150000"/>
              </a:lnSpc>
              <a:buFont typeface="Wingdings" panose="05000000000000000000" pitchFamily="2" charset="2"/>
              <a:buChar char="§"/>
              <a:defRPr/>
            </a:pPr>
            <a:r>
              <a:rPr lang="en-IN" altLang="en-US" sz="2400" dirty="0">
                <a:solidFill>
                  <a:srgbClr val="000000"/>
                </a:solidFill>
                <a:latin typeface="Times New Roman" panose="02020603050405020304" pitchFamily="18" charset="0"/>
                <a:cs typeface="Times New Roman" panose="02020603050405020304" pitchFamily="18" charset="0"/>
              </a:rPr>
              <a:t>Technologies and methodologies</a:t>
            </a:r>
          </a:p>
          <a:p>
            <a:pPr lvl="0">
              <a:lnSpc>
                <a:spcPct val="150000"/>
              </a:lnSpc>
              <a:buFont typeface="Wingdings" panose="05000000000000000000" pitchFamily="2" charset="2"/>
              <a:buChar char="§"/>
              <a:defRPr/>
            </a:pPr>
            <a:r>
              <a:rPr lang="en-IN" altLang="en-US" sz="2400" dirty="0">
                <a:solidFill>
                  <a:srgbClr val="000000"/>
                </a:solidFill>
                <a:latin typeface="Times New Roman" panose="02020603050405020304" pitchFamily="18" charset="0"/>
                <a:cs typeface="Times New Roman" panose="02020603050405020304" pitchFamily="18" charset="0"/>
              </a:rPr>
              <a:t>Implementation</a:t>
            </a:r>
          </a:p>
          <a:p>
            <a:pPr lvl="0">
              <a:lnSpc>
                <a:spcPct val="150000"/>
              </a:lnSpc>
              <a:buFont typeface="Wingdings" panose="05000000000000000000" pitchFamily="2" charset="2"/>
              <a:buChar char="§"/>
              <a:defRPr/>
            </a:pPr>
            <a:r>
              <a:rPr lang="en-IN" sz="2400" dirty="0">
                <a:latin typeface="Times New Roman" panose="02020603050405020304" pitchFamily="18" charset="0"/>
                <a:cs typeface="Times New Roman" panose="02020603050405020304" pitchFamily="18" charset="0"/>
              </a:rPr>
              <a:t>SDG Goal Alignment</a:t>
            </a:r>
          </a:p>
          <a:p>
            <a:pPr lvl="0">
              <a:lnSpc>
                <a:spcPct val="150000"/>
              </a:lnSpc>
              <a:buFont typeface="Wingdings" panose="05000000000000000000" pitchFamily="2" charset="2"/>
              <a:buChar char="§"/>
              <a:defRPr/>
            </a:pPr>
            <a:r>
              <a:rPr lang="en-IN" sz="2400" dirty="0">
                <a:latin typeface="Times New Roman" panose="02020603050405020304" pitchFamily="18" charset="0"/>
                <a:cs typeface="Times New Roman" panose="02020603050405020304" pitchFamily="18" charset="0"/>
              </a:rPr>
              <a:t>Future Work</a:t>
            </a:r>
          </a:p>
          <a:p>
            <a:pPr lvl="0">
              <a:lnSpc>
                <a:spcPct val="150000"/>
              </a:lnSpc>
              <a:buFont typeface="Wingdings" panose="05000000000000000000" pitchFamily="2" charset="2"/>
              <a:buChar char="§"/>
              <a:defRPr/>
            </a:pPr>
            <a:r>
              <a:rPr lang="en-IN" sz="2400" dirty="0">
                <a:latin typeface="Times New Roman" panose="02020603050405020304" pitchFamily="18" charset="0"/>
                <a:cs typeface="Times New Roman" panose="02020603050405020304" pitchFamily="18" charset="0"/>
              </a:rPr>
              <a:t>References:</a:t>
            </a:r>
            <a:br>
              <a:rPr lang="en-IN" altLang="en-US" sz="2400" dirty="0">
                <a:solidFill>
                  <a:srgbClr val="000000"/>
                </a:solidFill>
                <a:latin typeface="Times New Roman" panose="02020603050405020304" pitchFamily="18" charset="0"/>
                <a:cs typeface="Times New Roman" panose="02020603050405020304" pitchFamily="18" charset="0"/>
              </a:rPr>
            </a:br>
            <a:r>
              <a:rPr lang="en-IN" altLang="en-US" sz="2400" dirty="0">
                <a:solidFill>
                  <a:srgbClr val="000000"/>
                </a:solidFill>
                <a:latin typeface="Times New Roman" panose="02020603050405020304" pitchFamily="18" charset="0"/>
                <a:cs typeface="Times New Roman" panose="02020603050405020304" pitchFamily="18" charset="0"/>
              </a:rPr>
              <a:t> </a:t>
            </a:r>
            <a:br>
              <a:rPr lang="en-IN" altLang="en-US" sz="2400" dirty="0">
                <a:solidFill>
                  <a:srgbClr val="000000"/>
                </a:solidFill>
                <a:latin typeface="Times New Roman" panose="02020603050405020304" pitchFamily="18" charset="0"/>
                <a:cs typeface="Times New Roman" panose="02020603050405020304" pitchFamily="18" charset="0"/>
              </a:rPr>
            </a:br>
            <a:r>
              <a:rPr lang="en-IN" altLang="en-US" sz="2400" dirty="0">
                <a:solidFill>
                  <a:srgbClr val="000000"/>
                </a:solidFill>
                <a:latin typeface="Times New Roman" panose="02020603050405020304" pitchFamily="18" charset="0"/>
                <a:cs typeface="Times New Roman" panose="02020603050405020304" pitchFamily="18" charset="0"/>
              </a:rPr>
              <a:t> </a:t>
            </a:r>
          </a:p>
          <a:p>
            <a:pPr lvl="0" algn="just">
              <a:lnSpc>
                <a:spcPct val="150000"/>
              </a:lnSpc>
              <a:buFont typeface="Wingdings" panose="05000000000000000000" pitchFamily="2" charset="2"/>
              <a:buChar char="§"/>
              <a:defRPr/>
            </a:pPr>
            <a:endParaRPr lang="en-IN" sz="2400" dirty="0">
              <a:latin typeface="Times New Roman" panose="02020603050405020304" pitchFamily="18" charset="0"/>
              <a:cs typeface="Times New Roman" panose="02020603050405020304" pitchFamily="18" charset="0"/>
            </a:endParaRPr>
          </a:p>
          <a:p>
            <a:pPr lvl="0" algn="just">
              <a:lnSpc>
                <a:spcPct val="150000"/>
              </a:lnSpc>
              <a:buFont typeface="Wingdings" panose="05000000000000000000" pitchFamily="2" charset="2"/>
              <a:buChar char="§"/>
              <a:defRPr/>
            </a:pPr>
            <a:endParaRPr lang="en-IN" altLang="en-US" sz="2400" dirty="0">
              <a:solidFill>
                <a:srgbClr val="000000"/>
              </a:solidFill>
              <a:latin typeface="Times New Roman" panose="02020603050405020304" pitchFamily="18" charset="0"/>
              <a:cs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C5380-A9C1-EE63-8579-03C8A93FF2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225661-480F-3548-276A-4A5E2D93AC3C}"/>
              </a:ext>
            </a:extLst>
          </p:cNvPr>
          <p:cNvSpPr>
            <a:spLocks noGrp="1"/>
          </p:cNvSpPr>
          <p:nvPr>
            <p:ph type="title"/>
          </p:nvPr>
        </p:nvSpPr>
        <p:spPr>
          <a:xfrm>
            <a:off x="1223888" y="251445"/>
            <a:ext cx="6997913" cy="936104"/>
          </a:xfrm>
        </p:spPr>
        <p:txBody>
          <a:bodyPr/>
          <a:lstStyle/>
          <a:p>
            <a:pPr algn="ctr"/>
            <a:r>
              <a:rPr lang="en-IN" sz="3200" b="1" dirty="0">
                <a:solidFill>
                  <a:schemeClr val="tx1"/>
                </a:solidFill>
                <a:latin typeface="Times New Roman" panose="02020603050405020304" pitchFamily="18" charset="0"/>
                <a:cs typeface="Times New Roman" panose="02020603050405020304" pitchFamily="18" charset="0"/>
              </a:rPr>
              <a:t>Introduction</a:t>
            </a:r>
          </a:p>
        </p:txBody>
      </p:sp>
      <p:sp>
        <p:nvSpPr>
          <p:cNvPr id="4" name="Rectangle 1">
            <a:extLst>
              <a:ext uri="{FF2B5EF4-FFF2-40B4-BE49-F238E27FC236}">
                <a16:creationId xmlns:a16="http://schemas.microsoft.com/office/drawing/2014/main" id="{7CECDFDF-1416-48F6-B7B7-2FA91EE30FF5}"/>
              </a:ext>
            </a:extLst>
          </p:cNvPr>
          <p:cNvSpPr>
            <a:spLocks noChangeArrowheads="1"/>
          </p:cNvSpPr>
          <p:nvPr/>
        </p:nvSpPr>
        <p:spPr bwMode="auto">
          <a:xfrm>
            <a:off x="627465" y="1269589"/>
            <a:ext cx="8006025" cy="5576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smart AI-driven recruitment system built using Machine Learning (ML) and Natural Language Processing (NLP).</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Helps students/job seekers analyze, improve, and rank their resumes against job descriptions.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Enables HR professionals to efficiently screen, analyze, and rank candidates based on resume data.</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Provides ATS scoring, skill-gap analysis, strengths, weaknesses, and improvement tips.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Supports job browsing, targeted resume analysis, mock interviews</a:t>
            </a:r>
            <a:r>
              <a:rPr lang="en-US" altLang="en-US" sz="2000" dirty="0">
                <a:latin typeface="Times New Roman" panose="02020603050405020304" pitchFamily="18" charset="0"/>
                <a:cs typeface="Times New Roman" panose="02020603050405020304" pitchFamily="18" charset="0"/>
              </a:rPr>
              <a:t>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 students.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HRs can create job postings, bulk upload resumes, and view ranked candidate reports with detailed reasoning.</a:t>
            </a:r>
          </a:p>
        </p:txBody>
      </p:sp>
    </p:spTree>
    <p:extLst>
      <p:ext uri="{BB962C8B-B14F-4D97-AF65-F5344CB8AC3E}">
        <p14:creationId xmlns:p14="http://schemas.microsoft.com/office/powerpoint/2010/main" val="2816815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1CDF1-AFB7-3B40-D122-1D624B191A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BB8F42-234A-6932-447B-008BD3A1710A}"/>
              </a:ext>
            </a:extLst>
          </p:cNvPr>
          <p:cNvSpPr>
            <a:spLocks noGrp="1"/>
          </p:cNvSpPr>
          <p:nvPr>
            <p:ph type="title"/>
          </p:nvPr>
        </p:nvSpPr>
        <p:spPr>
          <a:xfrm>
            <a:off x="357891" y="539477"/>
            <a:ext cx="8424936" cy="6824611"/>
          </a:xfrm>
        </p:spPr>
        <p:txBody>
          <a:bodyPr/>
          <a:lstStyle/>
          <a:p>
            <a:pPr marR="0" lvl="0" defTabSz="457200" rtl="0" eaLnBrk="0" fontAlgn="base" latinLnBrk="0" hangingPunct="0">
              <a:lnSpc>
                <a:spcPct val="100000"/>
              </a:lnSpc>
              <a:spcBef>
                <a:spcPct val="0"/>
              </a:spcBef>
              <a:spcAft>
                <a:spcPct val="0"/>
              </a:spcAft>
              <a:tabLst/>
              <a:defRPr/>
            </a:pPr>
            <a:r>
              <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Motivation:</a:t>
            </a:r>
            <a:br>
              <a:rPr lang="en-US" sz="2400" b="1" dirty="0">
                <a:solidFill>
                  <a:prstClr val="black"/>
                </a:solidFill>
                <a:latin typeface="Times New Roman" panose="02020603050405020304" pitchFamily="18" charset="0"/>
                <a:ea typeface="+mn-ea"/>
                <a:cs typeface="Times New Roman" panose="02020603050405020304" pitchFamily="18" charset="0"/>
              </a:rPr>
            </a:br>
            <a:b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b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b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endParaRPr lang="en-IN" sz="2400" dirty="0">
              <a:solidFill>
                <a:schemeClr val="tx1"/>
              </a:solidFill>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0E20DD7B-DED6-436C-94F8-77C492E86912}"/>
              </a:ext>
            </a:extLst>
          </p:cNvPr>
          <p:cNvSpPr>
            <a:spLocks noChangeArrowheads="1"/>
          </p:cNvSpPr>
          <p:nvPr/>
        </p:nvSpPr>
        <p:spPr bwMode="auto">
          <a:xfrm>
            <a:off x="465193" y="1144045"/>
            <a:ext cx="7704856" cy="25340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Manual resume screening is </a:t>
            </a:r>
            <a:r>
              <a:rPr kumimoji="0" lang="en-US" altLang="en-US" sz="1800" b="1" i="0" u="none" strike="noStrike" cap="none" normalizeH="0" baseline="0" dirty="0">
                <a:ln>
                  <a:noFill/>
                </a:ln>
                <a:solidFill>
                  <a:schemeClr val="tx1"/>
                </a:solidFill>
                <a:effectLst/>
                <a:latin typeface="Arial" panose="020B0604020202020204" pitchFamily="34" charset="0"/>
              </a:rPr>
              <a:t>time-consuming, biased, and error-prone</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Recruiters struggle to </a:t>
            </a:r>
            <a:r>
              <a:rPr kumimoji="0" lang="en-US" altLang="en-US" sz="1800" b="1" i="0" u="none" strike="noStrike" cap="none" normalizeH="0" baseline="0" dirty="0">
                <a:ln>
                  <a:noFill/>
                </a:ln>
                <a:solidFill>
                  <a:schemeClr val="tx1"/>
                </a:solidFill>
                <a:effectLst/>
                <a:latin typeface="Arial" panose="020B0604020202020204" pitchFamily="34" charset="0"/>
              </a:rPr>
              <a:t>analyze large volumes</a:t>
            </a:r>
            <a:r>
              <a:rPr kumimoji="0" lang="en-US" altLang="en-US" sz="1800" b="0" i="0" u="none" strike="noStrike" cap="none" normalizeH="0" baseline="0" dirty="0">
                <a:ln>
                  <a:noFill/>
                </a:ln>
                <a:solidFill>
                  <a:schemeClr val="tx1"/>
                </a:solidFill>
                <a:effectLst/>
                <a:latin typeface="Arial" panose="020B0604020202020204" pitchFamily="34" charset="0"/>
              </a:rPr>
              <a:t> of applications quickly.</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Students often have </a:t>
            </a:r>
            <a:r>
              <a:rPr kumimoji="0" lang="en-US" altLang="en-US" sz="1800" b="1" i="0" u="none" strike="noStrike" cap="none" normalizeH="0" baseline="0" dirty="0">
                <a:ln>
                  <a:noFill/>
                </a:ln>
                <a:solidFill>
                  <a:schemeClr val="tx1"/>
                </a:solidFill>
                <a:effectLst/>
                <a:latin typeface="Arial" panose="020B0604020202020204" pitchFamily="34" charset="0"/>
              </a:rPr>
              <a:t>unoptimized resumes</a:t>
            </a:r>
            <a:r>
              <a:rPr kumimoji="0" lang="en-US" altLang="en-US" sz="1800" b="0" i="0" u="none" strike="noStrike" cap="none" normalizeH="0" baseline="0" dirty="0">
                <a:ln>
                  <a:noFill/>
                </a:ln>
                <a:solidFill>
                  <a:schemeClr val="tx1"/>
                </a:solidFill>
                <a:effectLst/>
                <a:latin typeface="Arial" panose="020B0604020202020204" pitchFamily="34" charset="0"/>
              </a:rPr>
              <a:t> that fail to meet ATS standards.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There’s a need for an </a:t>
            </a:r>
            <a:r>
              <a:rPr kumimoji="0" lang="en-US" altLang="en-US" sz="1800" b="1" i="0" u="none" strike="noStrike" cap="none" normalizeH="0" baseline="0" dirty="0">
                <a:ln>
                  <a:noFill/>
                </a:ln>
                <a:solidFill>
                  <a:schemeClr val="tx1"/>
                </a:solidFill>
                <a:effectLst/>
                <a:latin typeface="Arial" panose="020B0604020202020204" pitchFamily="34" charset="0"/>
              </a:rPr>
              <a:t>automated system</a:t>
            </a:r>
            <a:r>
              <a:rPr kumimoji="0" lang="en-US" altLang="en-US" sz="1800" b="0" i="0" u="none" strike="noStrike" cap="none" normalizeH="0" baseline="0" dirty="0">
                <a:ln>
                  <a:noFill/>
                </a:ln>
                <a:solidFill>
                  <a:schemeClr val="tx1"/>
                </a:solidFill>
                <a:effectLst/>
                <a:latin typeface="Arial" panose="020B0604020202020204" pitchFamily="34" charset="0"/>
              </a:rPr>
              <a:t> that evaluates resumes </a:t>
            </a:r>
            <a:r>
              <a:rPr kumimoji="0" lang="en-US" altLang="en-US" sz="1800" b="1" i="0" u="none" strike="noStrike" cap="none" normalizeH="0" baseline="0" dirty="0">
                <a:ln>
                  <a:noFill/>
                </a:ln>
                <a:solidFill>
                  <a:schemeClr val="tx1"/>
                </a:solidFill>
                <a:effectLst/>
                <a:latin typeface="Arial" panose="020B0604020202020204" pitchFamily="34" charset="0"/>
              </a:rPr>
              <a:t>objectively and intelligently</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388456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C41A9-7585-CB96-5E4B-E2FA115FE4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14C190-2652-934A-869D-4E13526F2B3D}"/>
              </a:ext>
            </a:extLst>
          </p:cNvPr>
          <p:cNvSpPr>
            <a:spLocks noGrp="1"/>
          </p:cNvSpPr>
          <p:nvPr>
            <p:ph type="title"/>
          </p:nvPr>
        </p:nvSpPr>
        <p:spPr>
          <a:xfrm>
            <a:off x="465193" y="611485"/>
            <a:ext cx="8424936" cy="6824611"/>
          </a:xfrm>
        </p:spPr>
        <p:txBody>
          <a:bodyPr/>
          <a:lstStyle/>
          <a:p>
            <a:pPr marR="0" lvl="0" defTabSz="457200" rtl="0" eaLnBrk="0" fontAlgn="base" latinLnBrk="0" hangingPunct="0">
              <a:lnSpc>
                <a:spcPct val="100000"/>
              </a:lnSpc>
              <a:spcBef>
                <a:spcPct val="0"/>
              </a:spcBef>
              <a:spcAft>
                <a:spcPct val="0"/>
              </a:spcAft>
              <a:tabLst/>
              <a:defRPr/>
            </a:pPr>
            <a:r>
              <a:rPr lang="en-US" sz="2400" b="1" dirty="0">
                <a:solidFill>
                  <a:prstClr val="black"/>
                </a:solidFill>
                <a:latin typeface="Times New Roman" panose="02020603050405020304" pitchFamily="18" charset="0"/>
                <a:ea typeface="+mn-ea"/>
                <a:cs typeface="Times New Roman" panose="02020603050405020304" pitchFamily="18" charset="0"/>
              </a:rPr>
              <a:t>Objectives</a:t>
            </a:r>
            <a:r>
              <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br>
              <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br>
              <a:rPr lang="en-US" sz="2400" b="1" dirty="0">
                <a:solidFill>
                  <a:prstClr val="black"/>
                </a:solidFill>
                <a:latin typeface="Times New Roman" panose="02020603050405020304" pitchFamily="18" charset="0"/>
                <a:ea typeface="+mn-ea"/>
                <a:cs typeface="Times New Roman" panose="02020603050405020304" pitchFamily="18" charset="0"/>
              </a:rPr>
            </a:br>
            <a:b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b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b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endParaRPr lang="en-IN" sz="2400" dirty="0">
              <a:solidFill>
                <a:schemeClr val="tx1"/>
              </a:solidFill>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258B1486-C38E-A9ED-D01E-B318D1AF0238}"/>
              </a:ext>
            </a:extLst>
          </p:cNvPr>
          <p:cNvSpPr>
            <a:spLocks noChangeArrowheads="1"/>
          </p:cNvSpPr>
          <p:nvPr/>
        </p:nvSpPr>
        <p:spPr bwMode="auto">
          <a:xfrm>
            <a:off x="465193" y="1187549"/>
            <a:ext cx="8642861" cy="4196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build an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NLP-based system</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that analyzes, ranks, and matches resumes with job descriptions.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generate an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ATS score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success rate, and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feedback</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highlighting strengths and improvement areas.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identify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skill gaps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recommend suitable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courses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bridge them.</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enable students to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apply, track applications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attend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mock interviews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through one platform.</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allow HRs to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create jobs, upload resumes in bulk, and view ranked candidates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detailed reasoning.</a:t>
            </a: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36994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D7E62-CA80-B540-5252-B1692C1DA5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B5F131-6444-BAA0-8832-E1F187F41A7C}"/>
              </a:ext>
            </a:extLst>
          </p:cNvPr>
          <p:cNvSpPr>
            <a:spLocks noGrp="1"/>
          </p:cNvSpPr>
          <p:nvPr>
            <p:ph type="title"/>
          </p:nvPr>
        </p:nvSpPr>
        <p:spPr>
          <a:xfrm>
            <a:off x="1295896" y="158175"/>
            <a:ext cx="7857610" cy="936104"/>
          </a:xfrm>
        </p:spPr>
        <p:txBody>
          <a:bodyPr/>
          <a:lstStyle/>
          <a:p>
            <a:r>
              <a:rPr lang="en-IN" altLang="en-US" sz="3200" b="1" dirty="0">
                <a:solidFill>
                  <a:srgbClr val="000000"/>
                </a:solidFill>
                <a:latin typeface="Times New Roman" panose="02020603050405020304" pitchFamily="18" charset="0"/>
                <a:cs typeface="DejaVu Sans" charset="0"/>
              </a:rPr>
              <a:t> Literature Survey of the existing system</a:t>
            </a:r>
            <a:br>
              <a:rPr lang="en-IN" altLang="en-US" sz="3200" b="1" dirty="0">
                <a:solidFill>
                  <a:srgbClr val="000000"/>
                </a:solidFill>
                <a:latin typeface="Times New Roman" panose="02020603050405020304" pitchFamily="18" charset="0"/>
                <a:cs typeface="DejaVu Sans" charset="0"/>
              </a:rPr>
            </a:br>
            <a:endParaRPr lang="en-IN" sz="3200" b="1" dirty="0">
              <a:solidFill>
                <a:schemeClr val="tx1"/>
              </a:solidFill>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7756E5C9-0335-6201-ABD1-34E7DFBEE1A1}"/>
              </a:ext>
            </a:extLst>
          </p:cNvPr>
          <p:cNvGraphicFramePr>
            <a:graphicFrameLocks noGrp="1"/>
          </p:cNvGraphicFramePr>
          <p:nvPr>
            <p:extLst>
              <p:ext uri="{D42A27DB-BD31-4B8C-83A1-F6EECF244321}">
                <p14:modId xmlns:p14="http://schemas.microsoft.com/office/powerpoint/2010/main" val="551556750"/>
              </p:ext>
            </p:extLst>
          </p:nvPr>
        </p:nvGraphicFramePr>
        <p:xfrm>
          <a:off x="681657" y="755501"/>
          <a:ext cx="8717304" cy="6206365"/>
        </p:xfrm>
        <a:graphic>
          <a:graphicData uri="http://schemas.openxmlformats.org/drawingml/2006/table">
            <a:tbl>
              <a:tblPr firstRow="1" bandRow="1">
                <a:tableStyleId>{B301B821-A1FF-4177-AEE7-76D212191A09}</a:tableStyleId>
              </a:tblPr>
              <a:tblGrid>
                <a:gridCol w="1262311">
                  <a:extLst>
                    <a:ext uri="{9D8B030D-6E8A-4147-A177-3AD203B41FA5}">
                      <a16:colId xmlns:a16="http://schemas.microsoft.com/office/drawing/2014/main" val="1741298205"/>
                    </a:ext>
                  </a:extLst>
                </a:gridCol>
                <a:gridCol w="2212133">
                  <a:extLst>
                    <a:ext uri="{9D8B030D-6E8A-4147-A177-3AD203B41FA5}">
                      <a16:colId xmlns:a16="http://schemas.microsoft.com/office/drawing/2014/main" val="1334264660"/>
                    </a:ext>
                  </a:extLst>
                </a:gridCol>
                <a:gridCol w="1737222">
                  <a:extLst>
                    <a:ext uri="{9D8B030D-6E8A-4147-A177-3AD203B41FA5}">
                      <a16:colId xmlns:a16="http://schemas.microsoft.com/office/drawing/2014/main" val="1698921901"/>
                    </a:ext>
                  </a:extLst>
                </a:gridCol>
                <a:gridCol w="1019197">
                  <a:extLst>
                    <a:ext uri="{9D8B030D-6E8A-4147-A177-3AD203B41FA5}">
                      <a16:colId xmlns:a16="http://schemas.microsoft.com/office/drawing/2014/main" val="1982493711"/>
                    </a:ext>
                  </a:extLst>
                </a:gridCol>
                <a:gridCol w="864096">
                  <a:extLst>
                    <a:ext uri="{9D8B030D-6E8A-4147-A177-3AD203B41FA5}">
                      <a16:colId xmlns:a16="http://schemas.microsoft.com/office/drawing/2014/main" val="4287624158"/>
                    </a:ext>
                  </a:extLst>
                </a:gridCol>
                <a:gridCol w="1622345">
                  <a:extLst>
                    <a:ext uri="{9D8B030D-6E8A-4147-A177-3AD203B41FA5}">
                      <a16:colId xmlns:a16="http://schemas.microsoft.com/office/drawing/2014/main" val="1571102923"/>
                    </a:ext>
                  </a:extLst>
                </a:gridCol>
              </a:tblGrid>
              <a:tr h="912433">
                <a:tc>
                  <a:txBody>
                    <a:bodyPr/>
                    <a:lstStyle/>
                    <a:p>
                      <a:pPr algn="ctr">
                        <a:lnSpc>
                          <a:spcPct val="148000"/>
                        </a:lnSpc>
                        <a:spcBef>
                          <a:spcPts val="315"/>
                        </a:spcBef>
                        <a:buNone/>
                      </a:pPr>
                      <a:r>
                        <a:rPr lang="en-IN" sz="1400" b="1" dirty="0">
                          <a:effectLst/>
                          <a:latin typeface="Times New Roman" panose="02020603050405020304" pitchFamily="18" charset="0"/>
                          <a:ea typeface="Times New Roman" panose="02020603050405020304" pitchFamily="18" charset="0"/>
                          <a:cs typeface="Times New Roman" panose="02020603050405020304" pitchFamily="18" charset="0"/>
                        </a:rPr>
                        <a:t>Year</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48000"/>
                        </a:lnSpc>
                        <a:spcBef>
                          <a:spcPts val="315"/>
                        </a:spcBef>
                        <a:buNone/>
                      </a:pPr>
                      <a:r>
                        <a:rPr lang="en-IN" sz="1400" b="1" dirty="0">
                          <a:effectLst/>
                          <a:latin typeface="Times New Roman" panose="02020603050405020304" pitchFamily="18" charset="0"/>
                          <a:ea typeface="Times New Roman" panose="02020603050405020304" pitchFamily="18" charset="0"/>
                          <a:cs typeface="Times New Roman" panose="02020603050405020304" pitchFamily="18" charset="0"/>
                        </a:rPr>
                        <a:t>Title</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48000"/>
                        </a:lnSpc>
                        <a:spcBef>
                          <a:spcPts val="315"/>
                        </a:spcBef>
                        <a:buNone/>
                      </a:pPr>
                      <a:r>
                        <a:rPr lang="en-IN" sz="1400" b="1">
                          <a:effectLst/>
                          <a:latin typeface="Times New Roman" panose="02020603050405020304" pitchFamily="18" charset="0"/>
                          <a:ea typeface="Times New Roman" panose="02020603050405020304" pitchFamily="18" charset="0"/>
                          <a:cs typeface="Times New Roman" panose="02020603050405020304" pitchFamily="18" charset="0"/>
                        </a:rPr>
                        <a:t>Domain</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48000"/>
                        </a:lnSpc>
                        <a:spcBef>
                          <a:spcPts val="315"/>
                        </a:spcBef>
                        <a:buNone/>
                      </a:pPr>
                      <a:r>
                        <a:rPr lang="en-IN" sz="1400" b="1" dirty="0">
                          <a:effectLst/>
                          <a:latin typeface="Times New Roman" panose="02020603050405020304" pitchFamily="18" charset="0"/>
                          <a:ea typeface="Times New Roman" panose="02020603050405020304" pitchFamily="18" charset="0"/>
                          <a:cs typeface="Times New Roman" panose="02020603050405020304" pitchFamily="18" charset="0"/>
                        </a:rPr>
                        <a:t>Algorithm</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48000"/>
                        </a:lnSpc>
                        <a:spcBef>
                          <a:spcPts val="315"/>
                        </a:spcBef>
                        <a:buNone/>
                      </a:pPr>
                      <a:r>
                        <a:rPr lang="en-US" sz="1400" b="1" dirty="0">
                          <a:effectLst/>
                          <a:latin typeface="Times New Roman" panose="02020603050405020304" pitchFamily="18" charset="0"/>
                          <a:ea typeface="Times New Roman" panose="02020603050405020304" pitchFamily="18" charset="0"/>
                          <a:cs typeface="Times New Roman" panose="02020603050405020304" pitchFamily="18" charset="0"/>
                        </a:rPr>
                        <a:t>Dataset</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48000"/>
                        </a:lnSpc>
                        <a:spcBef>
                          <a:spcPts val="315"/>
                        </a:spcBef>
                        <a:buNone/>
                      </a:pPr>
                      <a:r>
                        <a:rPr lang="en-US" sz="1400" b="1" dirty="0">
                          <a:effectLst/>
                          <a:latin typeface="Times New Roman" panose="02020603050405020304" pitchFamily="18" charset="0"/>
                          <a:ea typeface="Times New Roman" panose="02020603050405020304" pitchFamily="18" charset="0"/>
                          <a:cs typeface="Times New Roman" panose="02020603050405020304" pitchFamily="18" charset="0"/>
                        </a:rPr>
                        <a:t>Gap</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2455095"/>
                  </a:ext>
                </a:extLst>
              </a:tr>
              <a:tr h="2010320">
                <a:tc>
                  <a:txBody>
                    <a:bodyPr/>
                    <a:lstStyle/>
                    <a:p>
                      <a:pPr algn="l">
                        <a:lnSpc>
                          <a:spcPct val="148000"/>
                        </a:lnSpc>
                        <a:spcBef>
                          <a:spcPts val="315"/>
                        </a:spcBef>
                        <a:buNone/>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2024</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Bef>
                          <a:spcPts val="315"/>
                        </a:spcBef>
                        <a:buNone/>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Machine Learning-Based HR Management Information Retrieval and Classification Algorithm</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Bef>
                          <a:spcPts val="315"/>
                        </a:spcBef>
                        <a:buNone/>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HR Data Retrieval &amp; Classification</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48000"/>
                        </a:lnSpc>
                        <a:spcBef>
                          <a:spcPts val="315"/>
                        </a:spcBef>
                        <a:buNone/>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Information retrieval (IR) models, ML classifiers, ranking-based retrieval</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48000"/>
                        </a:lnSpc>
                        <a:spcBef>
                          <a:spcPts val="315"/>
                        </a:spcBef>
                        <a:buNone/>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HR document repository</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48000"/>
                        </a:lnSpc>
                        <a:spcBef>
                          <a:spcPts val="315"/>
                        </a:spcBef>
                        <a:buNone/>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Emphasizes document retrieval; does not perform ATS or candidate–job matching.</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419498"/>
                  </a:ext>
                </a:extLst>
              </a:tr>
              <a:tr h="2693871">
                <a:tc>
                  <a:txBody>
                    <a:bodyPr/>
                    <a:lstStyle/>
                    <a:p>
                      <a:pPr algn="l">
                        <a:lnSpc>
                          <a:spcPct val="148000"/>
                        </a:lnSpc>
                        <a:spcBef>
                          <a:spcPts val="315"/>
                        </a:spcBef>
                        <a:buNone/>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2023</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48000"/>
                        </a:lnSpc>
                        <a:spcBef>
                          <a:spcPts val="315"/>
                        </a:spcBef>
                        <a:buNone/>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Automated Resume Parsing: A Natural Language Processing Approach</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48000"/>
                        </a:lnSpc>
                        <a:spcBef>
                          <a:spcPts val="315"/>
                        </a:spcBef>
                        <a:buNone/>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Resume Parsing, Information Extraction</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48000"/>
                        </a:lnSpc>
                        <a:spcBef>
                          <a:spcPts val="315"/>
                        </a:spcBef>
                        <a:buNone/>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spaCy NER, PyMuPDF for text extraction, Transformer models for entity recognition</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48000"/>
                        </a:lnSpc>
                        <a:spcBef>
                          <a:spcPts val="315"/>
                        </a:spcBef>
                        <a:buNone/>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Custom dataset of PDF/DOCX resumes</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48000"/>
                        </a:lnSpc>
                        <a:spcBef>
                          <a:spcPts val="315"/>
                        </a:spcBef>
                        <a:buNone/>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Focuses only on parsing structured info (skills, education, experience); lacks candidate ranking or ATS scoring.</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65930113"/>
                  </a:ext>
                </a:extLst>
              </a:tr>
            </a:tbl>
          </a:graphicData>
        </a:graphic>
      </p:graphicFrame>
    </p:spTree>
    <p:extLst>
      <p:ext uri="{BB962C8B-B14F-4D97-AF65-F5344CB8AC3E}">
        <p14:creationId xmlns:p14="http://schemas.microsoft.com/office/powerpoint/2010/main" val="10758997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D4954-BDAD-9558-2C3F-69AF70895AC7}"/>
            </a:ext>
          </a:extLst>
        </p:cNvPr>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809D0102-D7A4-3019-5D49-39FB77B5A6D9}"/>
              </a:ext>
            </a:extLst>
          </p:cNvPr>
          <p:cNvGraphicFramePr>
            <a:graphicFrameLocks noGrp="1"/>
          </p:cNvGraphicFramePr>
          <p:nvPr>
            <p:extLst>
              <p:ext uri="{D42A27DB-BD31-4B8C-83A1-F6EECF244321}">
                <p14:modId xmlns:p14="http://schemas.microsoft.com/office/powerpoint/2010/main" val="4268536960"/>
              </p:ext>
            </p:extLst>
          </p:nvPr>
        </p:nvGraphicFramePr>
        <p:xfrm>
          <a:off x="503808" y="257328"/>
          <a:ext cx="9289032" cy="7045017"/>
        </p:xfrm>
        <a:graphic>
          <a:graphicData uri="http://schemas.openxmlformats.org/drawingml/2006/table">
            <a:tbl>
              <a:tblPr firstRow="1" bandRow="1">
                <a:tableStyleId>{B301B821-A1FF-4177-AEE7-76D212191A09}</a:tableStyleId>
              </a:tblPr>
              <a:tblGrid>
                <a:gridCol w="1730310">
                  <a:extLst>
                    <a:ext uri="{9D8B030D-6E8A-4147-A177-3AD203B41FA5}">
                      <a16:colId xmlns:a16="http://schemas.microsoft.com/office/drawing/2014/main" val="4247478204"/>
                    </a:ext>
                  </a:extLst>
                </a:gridCol>
                <a:gridCol w="1730310">
                  <a:extLst>
                    <a:ext uri="{9D8B030D-6E8A-4147-A177-3AD203B41FA5}">
                      <a16:colId xmlns:a16="http://schemas.microsoft.com/office/drawing/2014/main" val="3405731821"/>
                    </a:ext>
                  </a:extLst>
                </a:gridCol>
                <a:gridCol w="1730310">
                  <a:extLst>
                    <a:ext uri="{9D8B030D-6E8A-4147-A177-3AD203B41FA5}">
                      <a16:colId xmlns:a16="http://schemas.microsoft.com/office/drawing/2014/main" val="1841721513"/>
                    </a:ext>
                  </a:extLst>
                </a:gridCol>
                <a:gridCol w="1418359">
                  <a:extLst>
                    <a:ext uri="{9D8B030D-6E8A-4147-A177-3AD203B41FA5}">
                      <a16:colId xmlns:a16="http://schemas.microsoft.com/office/drawing/2014/main" val="2953065759"/>
                    </a:ext>
                  </a:extLst>
                </a:gridCol>
                <a:gridCol w="585157">
                  <a:extLst>
                    <a:ext uri="{9D8B030D-6E8A-4147-A177-3AD203B41FA5}">
                      <a16:colId xmlns:a16="http://schemas.microsoft.com/office/drawing/2014/main" val="2722207387"/>
                    </a:ext>
                  </a:extLst>
                </a:gridCol>
                <a:gridCol w="2094586">
                  <a:extLst>
                    <a:ext uri="{9D8B030D-6E8A-4147-A177-3AD203B41FA5}">
                      <a16:colId xmlns:a16="http://schemas.microsoft.com/office/drawing/2014/main" val="35387436"/>
                    </a:ext>
                  </a:extLst>
                </a:gridCol>
              </a:tblGrid>
              <a:tr h="820428">
                <a:tc>
                  <a:txBody>
                    <a:bodyPr/>
                    <a:lstStyle/>
                    <a:p>
                      <a:pPr algn="ctr">
                        <a:lnSpc>
                          <a:spcPct val="148000"/>
                        </a:lnSpc>
                        <a:spcBef>
                          <a:spcPts val="315"/>
                        </a:spcBef>
                        <a:buNone/>
                      </a:pPr>
                      <a:r>
                        <a:rPr lang="en-IN" sz="1400" b="1" dirty="0">
                          <a:effectLst/>
                          <a:latin typeface="Times New Roman" panose="02020603050405020304" pitchFamily="18" charset="0"/>
                          <a:ea typeface="Times New Roman" panose="02020603050405020304" pitchFamily="18" charset="0"/>
                          <a:cs typeface="Times New Roman" panose="02020603050405020304" pitchFamily="18" charset="0"/>
                        </a:rPr>
                        <a:t>Year</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48000"/>
                        </a:lnSpc>
                        <a:spcBef>
                          <a:spcPts val="315"/>
                        </a:spcBef>
                        <a:buNone/>
                      </a:pPr>
                      <a:r>
                        <a:rPr lang="en-IN" sz="1400" b="1" dirty="0">
                          <a:effectLst/>
                          <a:latin typeface="Times New Roman" panose="02020603050405020304" pitchFamily="18" charset="0"/>
                          <a:ea typeface="Times New Roman" panose="02020603050405020304" pitchFamily="18" charset="0"/>
                          <a:cs typeface="Times New Roman" panose="02020603050405020304" pitchFamily="18" charset="0"/>
                        </a:rPr>
                        <a:t>Title</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48000"/>
                        </a:lnSpc>
                        <a:spcBef>
                          <a:spcPts val="315"/>
                        </a:spcBef>
                        <a:buNone/>
                      </a:pPr>
                      <a:r>
                        <a:rPr lang="en-IN" sz="1400" b="1">
                          <a:effectLst/>
                          <a:latin typeface="Times New Roman" panose="02020603050405020304" pitchFamily="18" charset="0"/>
                          <a:ea typeface="Times New Roman" panose="02020603050405020304" pitchFamily="18" charset="0"/>
                          <a:cs typeface="Times New Roman" panose="02020603050405020304" pitchFamily="18" charset="0"/>
                        </a:rPr>
                        <a:t>Domain</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48000"/>
                        </a:lnSpc>
                        <a:spcBef>
                          <a:spcPts val="315"/>
                        </a:spcBef>
                        <a:buNone/>
                      </a:pPr>
                      <a:r>
                        <a:rPr lang="en-IN" sz="1400" b="1" dirty="0">
                          <a:effectLst/>
                          <a:latin typeface="Times New Roman" panose="02020603050405020304" pitchFamily="18" charset="0"/>
                          <a:ea typeface="Times New Roman" panose="02020603050405020304" pitchFamily="18" charset="0"/>
                          <a:cs typeface="Times New Roman" panose="02020603050405020304" pitchFamily="18" charset="0"/>
                        </a:rPr>
                        <a:t>Algorithm</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48000"/>
                        </a:lnSpc>
                        <a:spcBef>
                          <a:spcPts val="315"/>
                        </a:spcBef>
                        <a:buNone/>
                      </a:pPr>
                      <a:r>
                        <a:rPr lang="en-US" sz="1400" b="1" dirty="0">
                          <a:effectLst/>
                          <a:latin typeface="Times New Roman" panose="02020603050405020304" pitchFamily="18" charset="0"/>
                          <a:ea typeface="Times New Roman" panose="02020603050405020304" pitchFamily="18" charset="0"/>
                          <a:cs typeface="Times New Roman" panose="02020603050405020304" pitchFamily="18" charset="0"/>
                        </a:rPr>
                        <a:t>Dataset</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48000"/>
                        </a:lnSpc>
                        <a:spcBef>
                          <a:spcPts val="315"/>
                        </a:spcBef>
                        <a:buNone/>
                      </a:pPr>
                      <a:r>
                        <a:rPr lang="en-US" sz="1400" b="1" dirty="0">
                          <a:effectLst/>
                          <a:latin typeface="Times New Roman" panose="02020603050405020304" pitchFamily="18" charset="0"/>
                          <a:ea typeface="Times New Roman" panose="02020603050405020304" pitchFamily="18" charset="0"/>
                          <a:cs typeface="Times New Roman" panose="02020603050405020304" pitchFamily="18" charset="0"/>
                        </a:rPr>
                        <a:t>Gap</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9208596"/>
                  </a:ext>
                </a:extLst>
              </a:tr>
              <a:tr h="1480507">
                <a:tc>
                  <a:txBody>
                    <a:bodyPr/>
                    <a:lstStyle/>
                    <a:p>
                      <a:pPr algn="l">
                        <a:lnSpc>
                          <a:spcPct val="148000"/>
                        </a:lnSpc>
                        <a:spcBef>
                          <a:spcPts val="315"/>
                        </a:spcBef>
                        <a:buNone/>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2023</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48000"/>
                        </a:lnSpc>
                        <a:spcBef>
                          <a:spcPts val="315"/>
                        </a:spcBef>
                        <a:buNone/>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VacancySBERT: Representation of Titles and Skills for Semantic Similarity Search</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48000"/>
                        </a:lnSpc>
                        <a:spcBef>
                          <a:spcPts val="315"/>
                        </a:spcBef>
                        <a:buNone/>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Semantic Matching in Recruitment</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Bef>
                          <a:spcPts val="315"/>
                        </a:spcBef>
                        <a:buNone/>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Sentence-BERT (SBERT) for embeddings, cosine similarity for semantic search</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48000"/>
                        </a:lnSpc>
                        <a:spcBef>
                          <a:spcPts val="315"/>
                        </a:spcBef>
                        <a:buNone/>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Proprietary job–resume corpus</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48000"/>
                        </a:lnSpc>
                        <a:spcBef>
                          <a:spcPts val="315"/>
                        </a:spcBef>
                        <a:buNone/>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Addresses semantic similarity but does not integrate ranking or skill gap detection.</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4432925"/>
                  </a:ext>
                </a:extLst>
              </a:tr>
              <a:tr h="1265906">
                <a:tc>
                  <a:txBody>
                    <a:bodyPr/>
                    <a:lstStyle/>
                    <a:p>
                      <a:pPr algn="l">
                        <a:lnSpc>
                          <a:spcPct val="148000"/>
                        </a:lnSpc>
                        <a:spcBef>
                          <a:spcPts val="315"/>
                        </a:spcBef>
                        <a:buNone/>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2023</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48000"/>
                        </a:lnSpc>
                        <a:spcBef>
                          <a:spcPts val="315"/>
                        </a:spcBef>
                        <a:buNone/>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A Machine Learning Approach to Detecting Fraudulent Job Types</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48000"/>
                        </a:lnSpc>
                        <a:spcBef>
                          <a:spcPts val="315"/>
                        </a:spcBef>
                        <a:buNone/>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Resume Verification, Fraud Detection</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48000"/>
                        </a:lnSpc>
                        <a:spcBef>
                          <a:spcPts val="315"/>
                        </a:spcBef>
                        <a:buNone/>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Outlier detection, anomaly detection, AI-based consistency checks</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48000"/>
                        </a:lnSpc>
                        <a:spcBef>
                          <a:spcPts val="315"/>
                        </a:spcBef>
                        <a:buNone/>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Online job postings dataset</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48000"/>
                        </a:lnSpc>
                        <a:spcBef>
                          <a:spcPts val="315"/>
                        </a:spcBef>
                        <a:buNone/>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Detects fraud but not suitable for resume–job semantic analysis or scoring.</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00701376"/>
                  </a:ext>
                </a:extLst>
              </a:tr>
              <a:tr h="2193799">
                <a:tc>
                  <a:txBody>
                    <a:bodyPr/>
                    <a:lstStyle/>
                    <a:p>
                      <a:pPr algn="l">
                        <a:lnSpc>
                          <a:spcPct val="148000"/>
                        </a:lnSpc>
                        <a:spcBef>
                          <a:spcPts val="315"/>
                        </a:spcBef>
                        <a:buNone/>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2023</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48000"/>
                        </a:lnSpc>
                        <a:spcBef>
                          <a:spcPts val="315"/>
                        </a:spcBef>
                        <a:buNone/>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Enhancing Diversity and Reducing Bias in Recruitment through AI</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48000"/>
                        </a:lnSpc>
                        <a:spcBef>
                          <a:spcPts val="315"/>
                        </a:spcBef>
                        <a:buNone/>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Fairness &amp; Ethical AI in HR</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48000"/>
                        </a:lnSpc>
                        <a:spcBef>
                          <a:spcPts val="315"/>
                        </a:spcBef>
                        <a:buNone/>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Explainable AI, bias detection, fairness-aware ML models</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48000"/>
                        </a:lnSpc>
                        <a:spcBef>
                          <a:spcPts val="315"/>
                        </a:spcBef>
                        <a:buNone/>
                      </a:pPr>
                      <a:r>
                        <a:rPr lang="en-US" sz="1400">
                          <a:effectLst/>
                          <a:latin typeface="Times New Roman" panose="02020603050405020304" pitchFamily="18" charset="0"/>
                          <a:ea typeface="Times New Roman" panose="02020603050405020304" pitchFamily="18" charset="0"/>
                          <a:cs typeface="Times New Roman" panose="02020603050405020304" pitchFamily="18" charset="0"/>
                        </a:rPr>
                        <a:t>Literature-based study</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48000"/>
                        </a:lnSpc>
                        <a:spcBef>
                          <a:spcPts val="315"/>
                        </a:spcBef>
                        <a:buNone/>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Focuses on ethics and transparency but lacks technical implementation for resume analysis.</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44446499"/>
                  </a:ext>
                </a:extLst>
              </a:tr>
            </a:tbl>
          </a:graphicData>
        </a:graphic>
      </p:graphicFrame>
    </p:spTree>
    <p:extLst>
      <p:ext uri="{BB962C8B-B14F-4D97-AF65-F5344CB8AC3E}">
        <p14:creationId xmlns:p14="http://schemas.microsoft.com/office/powerpoint/2010/main" val="1149994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833E0-C8B2-CFDD-FF79-E4076525A3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B49F36-B8B7-DCB8-D7F7-314784B4F745}"/>
              </a:ext>
            </a:extLst>
          </p:cNvPr>
          <p:cNvSpPr>
            <a:spLocks noGrp="1"/>
          </p:cNvSpPr>
          <p:nvPr>
            <p:ph type="title"/>
          </p:nvPr>
        </p:nvSpPr>
        <p:spPr>
          <a:xfrm>
            <a:off x="1541355" y="107429"/>
            <a:ext cx="6997913" cy="936104"/>
          </a:xfrm>
        </p:spPr>
        <p:txBody>
          <a:bodyPr/>
          <a:lstStyle/>
          <a:p>
            <a:r>
              <a:rPr lang="en-IN" altLang="en-US" sz="3200" b="1" dirty="0">
                <a:solidFill>
                  <a:srgbClr val="000000"/>
                </a:solidFill>
                <a:latin typeface="Times New Roman" panose="02020603050405020304" pitchFamily="18" charset="0"/>
                <a:cs typeface="DejaVu Sans" charset="0"/>
              </a:rPr>
              <a:t> </a:t>
            </a:r>
            <a:br>
              <a:rPr lang="en-IN" altLang="en-US" sz="3200" b="1" dirty="0">
                <a:solidFill>
                  <a:srgbClr val="000000"/>
                </a:solidFill>
                <a:latin typeface="Times New Roman" panose="02020603050405020304" pitchFamily="18" charset="0"/>
                <a:cs typeface="DejaVu Sans" charset="0"/>
              </a:rPr>
            </a:br>
            <a:r>
              <a:rPr lang="en-IN" altLang="en-US" sz="3200" b="1" dirty="0">
                <a:solidFill>
                  <a:srgbClr val="000000"/>
                </a:solidFill>
                <a:latin typeface="Times New Roman" panose="02020603050405020304" pitchFamily="18" charset="0"/>
              </a:rPr>
              <a:t>Limitations of Existing Systems </a:t>
            </a:r>
            <a:br>
              <a:rPr lang="en-IN" altLang="en-US" sz="3200" b="1" dirty="0">
                <a:solidFill>
                  <a:srgbClr val="000000"/>
                </a:solidFill>
                <a:latin typeface="Times New Roman" panose="02020603050405020304" pitchFamily="18" charset="0"/>
              </a:rPr>
            </a:br>
            <a:endParaRPr lang="en-IN" sz="3200" dirty="0">
              <a:solidFill>
                <a:schemeClr val="tx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CE9C9217-89DE-FF5D-2ACA-306A8D9257A3}"/>
              </a:ext>
            </a:extLst>
          </p:cNvPr>
          <p:cNvSpPr txBox="1"/>
          <p:nvPr/>
        </p:nvSpPr>
        <p:spPr>
          <a:xfrm>
            <a:off x="359792" y="1187549"/>
            <a:ext cx="8280920" cy="3939540"/>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Manual resume screening is </a:t>
            </a:r>
            <a:r>
              <a:rPr lang="en-US" b="1" dirty="0">
                <a:latin typeface="Times New Roman" panose="02020603050405020304" pitchFamily="18" charset="0"/>
                <a:cs typeface="Times New Roman" panose="02020603050405020304" pitchFamily="18" charset="0"/>
              </a:rPr>
              <a:t>slow and inefficient</a:t>
            </a:r>
            <a:r>
              <a:rPr lang="en-US" dirty="0">
                <a:latin typeface="Times New Roman" panose="02020603050405020304" pitchFamily="18" charset="0"/>
                <a:cs typeface="Times New Roman" panose="02020603050405020304" pitchFamily="18" charset="0"/>
              </a:rPr>
              <a:t> for large applicant volumes.</a:t>
            </a:r>
          </a:p>
          <a:p>
            <a:pPr marL="342900" indent="-342900">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Human bias</a:t>
            </a:r>
            <a:r>
              <a:rPr lang="en-US" dirty="0">
                <a:latin typeface="Times New Roman" panose="02020603050405020304" pitchFamily="18" charset="0"/>
                <a:cs typeface="Times New Roman" panose="02020603050405020304" pitchFamily="18" charset="0"/>
              </a:rPr>
              <a:t> affects fairness and consistency in candidate evaluation.</a:t>
            </a:r>
          </a:p>
          <a:p>
            <a:pPr marL="342900" indent="-34290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Traditional ATS tools </a:t>
            </a:r>
            <a:r>
              <a:rPr lang="en-US" b="1" dirty="0">
                <a:latin typeface="Times New Roman" panose="02020603050405020304" pitchFamily="18" charset="0"/>
                <a:cs typeface="Times New Roman" panose="02020603050405020304" pitchFamily="18" charset="0"/>
              </a:rPr>
              <a:t>focus only on keyword matching</a:t>
            </a:r>
            <a:r>
              <a:rPr lang="en-US" dirty="0">
                <a:latin typeface="Times New Roman" panose="02020603050405020304" pitchFamily="18" charset="0"/>
                <a:cs typeface="Times New Roman" panose="02020603050405020304" pitchFamily="18" charset="0"/>
              </a:rPr>
              <a:t>, ignoring context or relevance.</a:t>
            </a:r>
          </a:p>
          <a:p>
            <a:pPr marL="342900" indent="-342900">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No feedback or improvement suggestions</a:t>
            </a:r>
            <a:r>
              <a:rPr lang="en-US" dirty="0">
                <a:latin typeface="Times New Roman" panose="02020603050405020304" pitchFamily="18" charset="0"/>
                <a:cs typeface="Times New Roman" panose="02020603050405020304" pitchFamily="18" charset="0"/>
              </a:rPr>
              <a:t> are provided to candidates.</a:t>
            </a:r>
          </a:p>
          <a:p>
            <a:pPr marL="342900" indent="-34290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Lack of </a:t>
            </a:r>
            <a:r>
              <a:rPr lang="en-US" b="1" dirty="0">
                <a:latin typeface="Times New Roman" panose="02020603050405020304" pitchFamily="18" charset="0"/>
                <a:cs typeface="Times New Roman" panose="02020603050405020304" pitchFamily="18" charset="0"/>
              </a:rPr>
              <a:t>personalized skill-gap analysis</a:t>
            </a:r>
            <a:r>
              <a:rPr lang="en-US" dirty="0">
                <a:latin typeface="Times New Roman" panose="02020603050405020304" pitchFamily="18" charset="0"/>
                <a:cs typeface="Times New Roman" panose="02020603050405020304" pitchFamily="18" charset="0"/>
              </a:rPr>
              <a:t> or </a:t>
            </a:r>
            <a:r>
              <a:rPr lang="en-US" b="1" dirty="0">
                <a:latin typeface="Times New Roman" panose="02020603050405020304" pitchFamily="18" charset="0"/>
                <a:cs typeface="Times New Roman" panose="02020603050405020304" pitchFamily="18" charset="0"/>
              </a:rPr>
              <a:t>career guidance</a:t>
            </a:r>
            <a:r>
              <a:rPr lang="en-US" dirty="0">
                <a:latin typeface="Times New Roman" panose="02020603050405020304" pitchFamily="18" charset="0"/>
                <a:cs typeface="Times New Roman" panose="02020603050405020304" pitchFamily="18" charset="0"/>
              </a:rPr>
              <a:t> for job seekers.</a:t>
            </a:r>
          </a:p>
          <a:p>
            <a:pPr marL="342900" indent="-34290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HRs often </a:t>
            </a:r>
            <a:r>
              <a:rPr lang="en-US" b="1" dirty="0">
                <a:latin typeface="Times New Roman" panose="02020603050405020304" pitchFamily="18" charset="0"/>
                <a:cs typeface="Times New Roman" panose="02020603050405020304" pitchFamily="18" charset="0"/>
              </a:rPr>
              <a:t>manually compare and rank candidates</a:t>
            </a:r>
            <a:r>
              <a:rPr lang="en-US" dirty="0">
                <a:latin typeface="Times New Roman" panose="02020603050405020304" pitchFamily="18" charset="0"/>
                <a:cs typeface="Times New Roman" panose="02020603050405020304" pitchFamily="18" charset="0"/>
              </a:rPr>
              <a:t>, leading to delays.</a:t>
            </a:r>
          </a:p>
          <a:p>
            <a:pPr>
              <a:lnSpc>
                <a:spcPct val="150000"/>
              </a:lnSpc>
            </a:pPr>
            <a:endParaRPr lang="en-US" dirty="0">
              <a:latin typeface="Times New Roman" panose="02020603050405020304" pitchFamily="18" charset="0"/>
              <a:cs typeface="Times New Roman" panose="02020603050405020304" pitchFamily="18" charset="0"/>
            </a:endParaRPr>
          </a:p>
          <a:p>
            <a:pPr algn="l">
              <a:spcBef>
                <a:spcPts val="1200"/>
              </a:spcBef>
              <a:spcAft>
                <a:spcPts val="600"/>
              </a:spcAft>
            </a:pPr>
            <a:endParaRPr lang="en-US" sz="2400" b="0" i="0" dirty="0">
              <a:solidFill>
                <a:srgbClr val="FF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138622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64D2B-6A1F-542C-90A5-774E39A06E1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C36E28F-1146-E7E5-E11F-0C9FD7B20B97}"/>
              </a:ext>
            </a:extLst>
          </p:cNvPr>
          <p:cNvSpPr txBox="1"/>
          <p:nvPr/>
        </p:nvSpPr>
        <p:spPr>
          <a:xfrm>
            <a:off x="359792" y="683493"/>
            <a:ext cx="4824536" cy="461665"/>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Our Improvement Plan:</a:t>
            </a:r>
          </a:p>
        </p:txBody>
      </p:sp>
      <p:sp>
        <p:nvSpPr>
          <p:cNvPr id="2" name="Title 1">
            <a:extLst>
              <a:ext uri="{FF2B5EF4-FFF2-40B4-BE49-F238E27FC236}">
                <a16:creationId xmlns:a16="http://schemas.microsoft.com/office/drawing/2014/main" id="{70301452-401C-4073-4120-5DDC93BC754E}"/>
              </a:ext>
            </a:extLst>
          </p:cNvPr>
          <p:cNvSpPr>
            <a:spLocks noGrp="1" noChangeArrowheads="1"/>
          </p:cNvSpPr>
          <p:nvPr>
            <p:ph type="title"/>
          </p:nvPr>
        </p:nvSpPr>
        <p:spPr bwMode="auto">
          <a:xfrm>
            <a:off x="360363" y="1489919"/>
            <a:ext cx="10370147" cy="2951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Introduce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AI-powered NLP and ML models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intelligent resume understanding and ranking.</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semantic matching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analyze context, not just keywords.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ATS scoring with detailed feedback</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strengths, and improvement tips.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Add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skill-gap detection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course recommendations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self-improvement.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Enable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mock interviews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students.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Allow HRs to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bulk upload resumes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get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automated ranking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reasoning, and manage interviews easily.</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Build a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centralized platform</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where both students and HRs can track, analyze, and optimize hiring activities.</a:t>
            </a:r>
          </a:p>
        </p:txBody>
      </p:sp>
    </p:spTree>
    <p:extLst>
      <p:ext uri="{BB962C8B-B14F-4D97-AF65-F5344CB8AC3E}">
        <p14:creationId xmlns:p14="http://schemas.microsoft.com/office/powerpoint/2010/main" val="31908836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BEBE2-E142-3ABE-1B0E-1A6611B669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3078C5-A2FC-5418-E16D-B7EBB4A1D948}"/>
              </a:ext>
            </a:extLst>
          </p:cNvPr>
          <p:cNvSpPr>
            <a:spLocks noGrp="1"/>
          </p:cNvSpPr>
          <p:nvPr>
            <p:ph type="title"/>
          </p:nvPr>
        </p:nvSpPr>
        <p:spPr>
          <a:xfrm>
            <a:off x="386299" y="411610"/>
            <a:ext cx="6997913" cy="936104"/>
          </a:xfrm>
        </p:spPr>
        <p:txBody>
          <a:bodyPr/>
          <a:lstStyle/>
          <a:p>
            <a:pPr algn="ctr"/>
            <a:r>
              <a:rPr lang="en-IN" sz="3200" b="1" dirty="0"/>
              <a:t> </a:t>
            </a:r>
            <a:r>
              <a:rPr lang="en-IN" sz="3200" b="1" dirty="0">
                <a:solidFill>
                  <a:schemeClr val="tx1"/>
                </a:solidFill>
                <a:latin typeface="Times New Roman" panose="02020603050405020304" pitchFamily="18" charset="0"/>
                <a:cs typeface="Times New Roman" panose="02020603050405020304" pitchFamily="18" charset="0"/>
              </a:rPr>
              <a:t>Problem Statement</a:t>
            </a:r>
            <a:br>
              <a:rPr lang="en-IN" sz="3200" b="1" dirty="0"/>
            </a:br>
            <a:endParaRPr lang="en-IN" sz="3200" dirty="0">
              <a:solidFill>
                <a:schemeClr val="tx1"/>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EF1D8ECB-B0A6-1E79-C90F-B199B886982B}"/>
              </a:ext>
            </a:extLst>
          </p:cNvPr>
          <p:cNvSpPr>
            <a:spLocks noChangeArrowheads="1"/>
          </p:cNvSpPr>
          <p:nvPr/>
        </p:nvSpPr>
        <p:spPr bwMode="auto">
          <a:xfrm>
            <a:off x="503808" y="845688"/>
            <a:ext cx="8140919" cy="41975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recruitment process involves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analyzing thousands of resumes manually</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which is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time-consuming and error-prone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Traditional ATS systems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rely mainly on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keyword matching</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missing the contextual understanding of resumes.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Students lack feedback</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on their resumes, skill gaps, and job readiness.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HR professionals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face challenges in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objectively ranking candidates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managing large-scale applications.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There is a need for an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AI-based system</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that can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analyze, score, and rank resumes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intelligently while providing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personalized insights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both students and recruiters.</a:t>
            </a:r>
          </a:p>
        </p:txBody>
      </p:sp>
    </p:spTree>
    <p:extLst>
      <p:ext uri="{BB962C8B-B14F-4D97-AF65-F5344CB8AC3E}">
        <p14:creationId xmlns:p14="http://schemas.microsoft.com/office/powerpoint/2010/main" val="14531533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34961-D235-8A57-10A3-D5050B8CA5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B32C9E-E137-D8E4-EC7D-D6C05A8D3BA2}"/>
              </a:ext>
            </a:extLst>
          </p:cNvPr>
          <p:cNvSpPr>
            <a:spLocks noGrp="1"/>
          </p:cNvSpPr>
          <p:nvPr>
            <p:ph type="title"/>
          </p:nvPr>
        </p:nvSpPr>
        <p:spPr>
          <a:xfrm>
            <a:off x="713263" y="539477"/>
            <a:ext cx="6997913" cy="936104"/>
          </a:xfrm>
        </p:spPr>
        <p:txBody>
          <a:bodyPr/>
          <a:lstStyle/>
          <a:p>
            <a:pPr algn="ctr"/>
            <a:r>
              <a:rPr lang="en-IN" sz="3600" b="1" dirty="0">
                <a:solidFill>
                  <a:schemeClr val="tx1"/>
                </a:solidFill>
                <a:latin typeface="Times New Roman" panose="02020603050405020304" pitchFamily="18" charset="0"/>
                <a:cs typeface="Times New Roman" panose="02020603050405020304" pitchFamily="18" charset="0"/>
              </a:rPr>
              <a:t>     System Design</a:t>
            </a:r>
            <a:br>
              <a:rPr lang="en-IN" sz="3600" b="1" dirty="0">
                <a:solidFill>
                  <a:schemeClr val="tx1"/>
                </a:solidFill>
                <a:latin typeface="Times New Roman" panose="02020603050405020304" pitchFamily="18" charset="0"/>
                <a:cs typeface="Times New Roman" panose="02020603050405020304" pitchFamily="18" charset="0"/>
              </a:rPr>
            </a:br>
            <a:endParaRPr lang="en-IN" sz="2400" b="1" dirty="0">
              <a:solidFill>
                <a:schemeClr val="tx1"/>
              </a:solidFill>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C038FF97-D5AB-3350-BD24-94968E61310D}"/>
              </a:ext>
            </a:extLst>
          </p:cNvPr>
          <p:cNvSpPr/>
          <p:nvPr/>
        </p:nvSpPr>
        <p:spPr>
          <a:xfrm>
            <a:off x="287784" y="1691604"/>
            <a:ext cx="9288908" cy="2719643"/>
          </a:xfrm>
          <a:prstGeom prst="rect">
            <a:avLst/>
          </a:prstGeom>
          <a:ln w="952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4" name="Picture 3">
            <a:extLst>
              <a:ext uri="{FF2B5EF4-FFF2-40B4-BE49-F238E27FC236}">
                <a16:creationId xmlns:a16="http://schemas.microsoft.com/office/drawing/2014/main" id="{EAE1D28D-3472-5A88-AB74-8D5608AB61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5857" y="1727607"/>
            <a:ext cx="9072761" cy="2647635"/>
          </a:xfrm>
          <a:prstGeom prst="rect">
            <a:avLst/>
          </a:prstGeom>
        </p:spPr>
      </p:pic>
      <p:sp>
        <p:nvSpPr>
          <p:cNvPr id="12" name="TextBox 11">
            <a:extLst>
              <a:ext uri="{FF2B5EF4-FFF2-40B4-BE49-F238E27FC236}">
                <a16:creationId xmlns:a16="http://schemas.microsoft.com/office/drawing/2014/main" id="{5B729678-3671-A32B-6114-1D9C497ABAC6}"/>
              </a:ext>
            </a:extLst>
          </p:cNvPr>
          <p:cNvSpPr txBox="1"/>
          <p:nvPr/>
        </p:nvSpPr>
        <p:spPr>
          <a:xfrm>
            <a:off x="3888184" y="3518227"/>
            <a:ext cx="648072" cy="261610"/>
          </a:xfrm>
          <a:prstGeom prst="rect">
            <a:avLst/>
          </a:prstGeom>
          <a:noFill/>
        </p:spPr>
        <p:txBody>
          <a:bodyPr wrap="square" rtlCol="0">
            <a:spAutoFit/>
          </a:bodyPr>
          <a:lstStyle/>
          <a:p>
            <a:r>
              <a:rPr lang="en-IN" sz="1100" dirty="0"/>
              <a:t>clean</a:t>
            </a:r>
          </a:p>
        </p:txBody>
      </p:sp>
      <p:sp>
        <p:nvSpPr>
          <p:cNvPr id="13" name="Rectangle 1">
            <a:extLst>
              <a:ext uri="{FF2B5EF4-FFF2-40B4-BE49-F238E27FC236}">
                <a16:creationId xmlns:a16="http://schemas.microsoft.com/office/drawing/2014/main" id="{D287E410-14B0-0FC2-2C7C-A30FC5F75078}"/>
              </a:ext>
            </a:extLst>
          </p:cNvPr>
          <p:cNvSpPr>
            <a:spLocks noChangeArrowheads="1"/>
          </p:cNvSpPr>
          <p:nvPr/>
        </p:nvSpPr>
        <p:spPr bwMode="auto">
          <a:xfrm>
            <a:off x="590999" y="4415584"/>
            <a:ext cx="5582490" cy="27779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Students upload resumes; HRs post job descriptions.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AI Engine processes text using NLP and ML models.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Generates ATS scores, skill gaps, and candidate rankings.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Stores results in SQLite with FAISS indexing.</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Outputs are displayed in Student and HR portals.</a:t>
            </a:r>
          </a:p>
        </p:txBody>
      </p:sp>
    </p:spTree>
    <p:extLst>
      <p:ext uri="{BB962C8B-B14F-4D97-AF65-F5344CB8AC3E}">
        <p14:creationId xmlns:p14="http://schemas.microsoft.com/office/powerpoint/2010/main" val="32631543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A5217-0E4D-12F6-4472-49136AA7CD32}"/>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EA7AED8D-DCCB-F9F6-6958-1E47D4D5B6D6}"/>
              </a:ext>
            </a:extLst>
          </p:cNvPr>
          <p:cNvSpPr>
            <a:spLocks noGrp="1" noChangeArrowheads="1"/>
          </p:cNvSpPr>
          <p:nvPr>
            <p:ph type="title"/>
          </p:nvPr>
        </p:nvSpPr>
        <p:spPr bwMode="auto">
          <a:xfrm>
            <a:off x="215777" y="547752"/>
            <a:ext cx="9073008" cy="46130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Students upload resumes; HRs submit job descriptions.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Text is preprocessed and analyzed using multiple AI models.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TF-IDF + Cosine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checks keyword relevance.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MiniLM</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FAISS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measures semantic similarity.</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BART-NLI</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performs skill-gap and entailment analysis.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JobBERT</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NER</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extracts skills, degrees, and experience.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LSTM Network</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predicts career progression.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All model outputs are combined using a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Weighted Ensemble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ranked by </a:t>
            </a:r>
            <a:r>
              <a:rPr kumimoji="0" lang="en-US" altLang="en-US"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RankNet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SHAP</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provides interpretability for HR insights.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Final results (ATS scores, rankings, gaps) are stored in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SQLite + FAISS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shown in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Student and HR portals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0410653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51735-A5C2-E198-7B30-78BB0705E1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E7FDF6-869C-7BB6-CAFD-23796A021F09}"/>
              </a:ext>
            </a:extLst>
          </p:cNvPr>
          <p:cNvSpPr>
            <a:spLocks noGrp="1"/>
          </p:cNvSpPr>
          <p:nvPr>
            <p:ph type="title"/>
          </p:nvPr>
        </p:nvSpPr>
        <p:spPr>
          <a:xfrm>
            <a:off x="2015976" y="631889"/>
            <a:ext cx="6997913" cy="936104"/>
          </a:xfrm>
        </p:spPr>
        <p:txBody>
          <a:bodyPr/>
          <a:lstStyle/>
          <a:p>
            <a:r>
              <a:rPr lang="en-IN" altLang="en-US" sz="3200" b="1" dirty="0">
                <a:solidFill>
                  <a:srgbClr val="000000"/>
                </a:solidFill>
                <a:latin typeface="Times New Roman" panose="02020603050405020304" pitchFamily="18" charset="0"/>
                <a:cs typeface="DejaVu Sans" charset="0"/>
              </a:rPr>
              <a:t>Technologies and methodologies </a:t>
            </a:r>
            <a:br>
              <a:rPr lang="en-IN" altLang="en-US" sz="3200" b="1" dirty="0">
                <a:solidFill>
                  <a:srgbClr val="000000"/>
                </a:solidFill>
                <a:latin typeface="Times New Roman" panose="02020603050405020304" pitchFamily="18" charset="0"/>
                <a:cs typeface="DejaVu Sans" charset="0"/>
              </a:rPr>
            </a:br>
            <a:endParaRPr lang="en-IN" sz="3200" dirty="0">
              <a:solidFill>
                <a:schemeClr val="tx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8A7FDB3A-F541-B2CD-CB48-C294AA1040C2}"/>
              </a:ext>
            </a:extLst>
          </p:cNvPr>
          <p:cNvSpPr txBox="1"/>
          <p:nvPr/>
        </p:nvSpPr>
        <p:spPr>
          <a:xfrm>
            <a:off x="417224" y="1361732"/>
            <a:ext cx="9001000" cy="5859553"/>
          </a:xfrm>
          <a:prstGeom prst="rect">
            <a:avLst/>
          </a:prstGeom>
          <a:noFill/>
        </p:spPr>
        <p:txBody>
          <a:bodyPr wrap="square">
            <a:spAutoFit/>
          </a:bodyPr>
          <a:lstStyle/>
          <a:p>
            <a:pPr>
              <a:lnSpc>
                <a:spcPct val="150000"/>
              </a:lnSpc>
            </a:pPr>
            <a:r>
              <a:rPr lang="en-IN" b="1" dirty="0">
                <a:latin typeface="Times New Roman" panose="02020603050405020304" pitchFamily="18" charset="0"/>
                <a:cs typeface="Times New Roman" panose="02020603050405020304" pitchFamily="18" charset="0"/>
              </a:rPr>
              <a:t>Backend</a:t>
            </a:r>
            <a:endParaRPr lang="en-IN" dirty="0">
              <a:latin typeface="Times New Roman" panose="02020603050405020304" pitchFamily="18" charset="0"/>
              <a:cs typeface="Times New Roman" panose="02020603050405020304" pitchFamily="18" charset="0"/>
            </a:endParaRPr>
          </a:p>
          <a:p>
            <a:pPr>
              <a:lnSpc>
                <a:spcPct val="150000"/>
              </a:lnSpc>
            </a:pPr>
            <a:r>
              <a:rPr lang="en-IN" b="1" dirty="0">
                <a:latin typeface="Times New Roman" panose="02020603050405020304" pitchFamily="18" charset="0"/>
                <a:cs typeface="Times New Roman" panose="02020603050405020304" pitchFamily="18" charset="0"/>
              </a:rPr>
              <a:t>Python </a:t>
            </a:r>
            <a:r>
              <a:rPr lang="en-IN" b="1" dirty="0" err="1">
                <a:latin typeface="Times New Roman" panose="02020603050405020304" pitchFamily="18" charset="0"/>
                <a:cs typeface="Times New Roman" panose="02020603050405020304" pitchFamily="18" charset="0"/>
              </a:rPr>
              <a:t>FastAPI</a:t>
            </a:r>
            <a:r>
              <a:rPr lang="en-IN" dirty="0">
                <a:latin typeface="Times New Roman" panose="02020603050405020304" pitchFamily="18" charset="0"/>
                <a:cs typeface="Times New Roman" panose="02020603050405020304" pitchFamily="18" charset="0"/>
              </a:rPr>
              <a:t> – Main backend framework</a:t>
            </a:r>
          </a:p>
          <a:p>
            <a:pPr>
              <a:lnSpc>
                <a:spcPct val="150000"/>
              </a:lnSpc>
            </a:pPr>
            <a:r>
              <a:rPr lang="en-IN" b="1" dirty="0">
                <a:latin typeface="Times New Roman" panose="02020603050405020304" pitchFamily="18" charset="0"/>
                <a:cs typeface="Times New Roman" panose="02020603050405020304" pitchFamily="18" charset="0"/>
              </a:rPr>
              <a:t>REST APIs</a:t>
            </a:r>
            <a:r>
              <a:rPr lang="en-IN" dirty="0">
                <a:latin typeface="Times New Roman" panose="02020603050405020304" pitchFamily="18" charset="0"/>
                <a:cs typeface="Times New Roman" panose="02020603050405020304" pitchFamily="18" charset="0"/>
              </a:rPr>
              <a:t> – For all router endpoints and data communication</a:t>
            </a:r>
          </a:p>
          <a:p>
            <a:pPr>
              <a:lnSpc>
                <a:spcPct val="150000"/>
              </a:lnSpc>
            </a:pPr>
            <a:r>
              <a:rPr lang="en-IN" b="1" dirty="0">
                <a:latin typeface="Times New Roman" panose="02020603050405020304" pitchFamily="18" charset="0"/>
                <a:cs typeface="Times New Roman" panose="02020603050405020304" pitchFamily="18" charset="0"/>
              </a:rPr>
              <a:t>JWT Authentication</a:t>
            </a:r>
            <a:r>
              <a:rPr lang="en-IN" dirty="0">
                <a:latin typeface="Times New Roman" panose="02020603050405020304" pitchFamily="18" charset="0"/>
                <a:cs typeface="Times New Roman" panose="02020603050405020304" pitchFamily="18" charset="0"/>
              </a:rPr>
              <a:t> – Secure token-based authentication</a:t>
            </a:r>
          </a:p>
          <a:p>
            <a:pPr>
              <a:lnSpc>
                <a:spcPct val="150000"/>
              </a:lnSpc>
            </a:pPr>
            <a:r>
              <a:rPr lang="en-IN" b="1" dirty="0" err="1">
                <a:latin typeface="Times New Roman" panose="02020603050405020304" pitchFamily="18" charset="0"/>
                <a:cs typeface="Times New Roman" panose="02020603050405020304" pitchFamily="18" charset="0"/>
              </a:rPr>
              <a:t>SQLAlchemy</a:t>
            </a:r>
            <a:r>
              <a:rPr lang="en-IN" b="1" dirty="0">
                <a:latin typeface="Times New Roman" panose="02020603050405020304" pitchFamily="18" charset="0"/>
                <a:cs typeface="Times New Roman" panose="02020603050405020304" pitchFamily="18" charset="0"/>
              </a:rPr>
              <a:t> ORM</a:t>
            </a:r>
            <a:r>
              <a:rPr lang="en-IN" dirty="0">
                <a:latin typeface="Times New Roman" panose="02020603050405020304" pitchFamily="18" charset="0"/>
                <a:cs typeface="Times New Roman" panose="02020603050405020304" pitchFamily="18" charset="0"/>
              </a:rPr>
              <a:t> – Database interaction and schema management</a:t>
            </a:r>
          </a:p>
          <a:p>
            <a:pPr>
              <a:lnSpc>
                <a:spcPct val="150000"/>
              </a:lnSpc>
            </a:pPr>
            <a:endParaRPr lang="en-IN" b="1" dirty="0">
              <a:latin typeface="Times New Roman" panose="02020603050405020304" pitchFamily="18" charset="0"/>
              <a:cs typeface="Times New Roman" panose="02020603050405020304" pitchFamily="18" charset="0"/>
            </a:endParaRPr>
          </a:p>
          <a:p>
            <a:pPr>
              <a:lnSpc>
                <a:spcPct val="150000"/>
              </a:lnSpc>
            </a:pPr>
            <a:r>
              <a:rPr lang="en-IN" b="1" dirty="0">
                <a:latin typeface="Times New Roman" panose="02020603050405020304" pitchFamily="18" charset="0"/>
                <a:cs typeface="Times New Roman" panose="02020603050405020304" pitchFamily="18" charset="0"/>
              </a:rPr>
              <a:t>Database &amp; Storage</a:t>
            </a:r>
            <a:endParaRPr lang="en-IN" dirty="0">
              <a:latin typeface="Times New Roman" panose="02020603050405020304" pitchFamily="18" charset="0"/>
              <a:cs typeface="Times New Roman" panose="02020603050405020304" pitchFamily="18" charset="0"/>
            </a:endParaRPr>
          </a:p>
          <a:p>
            <a:pPr>
              <a:lnSpc>
                <a:spcPct val="150000"/>
              </a:lnSpc>
            </a:pPr>
            <a:r>
              <a:rPr lang="en-IN" b="1" dirty="0">
                <a:latin typeface="Times New Roman" panose="02020603050405020304" pitchFamily="18" charset="0"/>
                <a:cs typeface="Times New Roman" panose="02020603050405020304" pitchFamily="18" charset="0"/>
              </a:rPr>
              <a:t>SQLite</a:t>
            </a:r>
            <a:r>
              <a:rPr lang="en-IN" dirty="0">
                <a:latin typeface="Times New Roman" panose="02020603050405020304" pitchFamily="18" charset="0"/>
                <a:cs typeface="Times New Roman" panose="02020603050405020304" pitchFamily="18" charset="0"/>
              </a:rPr>
              <a:t> – Primary database for user, resume, and job data</a:t>
            </a:r>
          </a:p>
          <a:p>
            <a:pPr>
              <a:lnSpc>
                <a:spcPct val="150000"/>
              </a:lnSpc>
            </a:pPr>
            <a:r>
              <a:rPr lang="en-IN" b="1" dirty="0">
                <a:latin typeface="Times New Roman" panose="02020603050405020304" pitchFamily="18" charset="0"/>
                <a:cs typeface="Times New Roman" panose="02020603050405020304" pitchFamily="18" charset="0"/>
              </a:rPr>
              <a:t>FAISS Vector Store</a:t>
            </a:r>
            <a:r>
              <a:rPr lang="en-IN" dirty="0">
                <a:latin typeface="Times New Roman" panose="02020603050405020304" pitchFamily="18" charset="0"/>
                <a:cs typeface="Times New Roman" panose="02020603050405020304" pitchFamily="18" charset="0"/>
              </a:rPr>
              <a:t> – For semantic similarity search and ranking</a:t>
            </a:r>
          </a:p>
          <a:p>
            <a:pPr>
              <a:lnSpc>
                <a:spcPct val="150000"/>
              </a:lnSpc>
            </a:pPr>
            <a:r>
              <a:rPr lang="en-IN" b="1" dirty="0">
                <a:latin typeface="Times New Roman" panose="02020603050405020304" pitchFamily="18" charset="0"/>
                <a:cs typeface="Times New Roman" panose="02020603050405020304" pitchFamily="18" charset="0"/>
              </a:rPr>
              <a:t>UUID File System</a:t>
            </a:r>
            <a:r>
              <a:rPr lang="en-IN" dirty="0">
                <a:latin typeface="Times New Roman" panose="02020603050405020304" pitchFamily="18" charset="0"/>
                <a:cs typeface="Times New Roman" panose="02020603050405020304" pitchFamily="18" charset="0"/>
              </a:rPr>
              <a:t> – For unique and organized local file storage</a:t>
            </a:r>
          </a:p>
          <a:p>
            <a:pPr>
              <a:lnSpc>
                <a:spcPct val="150000"/>
              </a:lnSpc>
            </a:pPr>
            <a:endParaRPr lang="en-IN" b="1" dirty="0">
              <a:latin typeface="Times New Roman" panose="02020603050405020304" pitchFamily="18" charset="0"/>
              <a:cs typeface="Times New Roman" panose="02020603050405020304" pitchFamily="18" charset="0"/>
            </a:endParaRPr>
          </a:p>
          <a:p>
            <a:pPr>
              <a:lnSpc>
                <a:spcPct val="150000"/>
              </a:lnSpc>
            </a:pPr>
            <a:r>
              <a:rPr lang="en-IN" b="1" dirty="0">
                <a:latin typeface="Times New Roman" panose="02020603050405020304" pitchFamily="18" charset="0"/>
                <a:cs typeface="Times New Roman" panose="02020603050405020304" pitchFamily="18" charset="0"/>
              </a:rPr>
              <a:t>Frontend</a:t>
            </a:r>
            <a:endParaRPr lang="en-IN" dirty="0">
              <a:latin typeface="Times New Roman" panose="02020603050405020304" pitchFamily="18" charset="0"/>
              <a:cs typeface="Times New Roman" panose="02020603050405020304" pitchFamily="18" charset="0"/>
            </a:endParaRPr>
          </a:p>
          <a:p>
            <a:pPr>
              <a:lnSpc>
                <a:spcPct val="150000"/>
              </a:lnSpc>
            </a:pPr>
            <a:r>
              <a:rPr lang="en-IN" b="1" dirty="0">
                <a:latin typeface="Times New Roman" panose="02020603050405020304" pitchFamily="18" charset="0"/>
                <a:cs typeface="Times New Roman" panose="02020603050405020304" pitchFamily="18" charset="0"/>
              </a:rPr>
              <a:t>React </a:t>
            </a:r>
            <a:r>
              <a:rPr lang="en-IN" dirty="0">
                <a:latin typeface="Times New Roman" panose="02020603050405020304" pitchFamily="18" charset="0"/>
                <a:cs typeface="Times New Roman" panose="02020603050405020304" pitchFamily="18" charset="0"/>
              </a:rPr>
              <a:t> – Web application frontend framework</a:t>
            </a:r>
          </a:p>
          <a:p>
            <a:pPr>
              <a:lnSpc>
                <a:spcPct val="150000"/>
              </a:lnSpc>
            </a:pPr>
            <a:r>
              <a:rPr lang="en-IN" b="1" dirty="0">
                <a:latin typeface="Times New Roman" panose="02020603050405020304" pitchFamily="18" charset="0"/>
                <a:cs typeface="Times New Roman" panose="02020603050405020304" pitchFamily="18" charset="0"/>
              </a:rPr>
              <a:t>Chakra UI</a:t>
            </a:r>
            <a:r>
              <a:rPr lang="en-IN" dirty="0">
                <a:latin typeface="Times New Roman" panose="02020603050405020304" pitchFamily="18" charset="0"/>
                <a:cs typeface="Times New Roman" panose="02020603050405020304" pitchFamily="18" charset="0"/>
              </a:rPr>
              <a:t> – Responsive user interface design</a:t>
            </a:r>
          </a:p>
        </p:txBody>
      </p:sp>
    </p:spTree>
    <p:extLst>
      <p:ext uri="{BB962C8B-B14F-4D97-AF65-F5344CB8AC3E}">
        <p14:creationId xmlns:p14="http://schemas.microsoft.com/office/powerpoint/2010/main" val="27847526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BD729-91D5-3A3E-6284-360E324E3A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51CFF3-589E-8935-0196-445ED6291344}"/>
              </a:ext>
            </a:extLst>
          </p:cNvPr>
          <p:cNvSpPr>
            <a:spLocks noGrp="1"/>
          </p:cNvSpPr>
          <p:nvPr>
            <p:ph type="title"/>
          </p:nvPr>
        </p:nvSpPr>
        <p:spPr>
          <a:xfrm>
            <a:off x="2218863" y="399106"/>
            <a:ext cx="6997913" cy="936104"/>
          </a:xfrm>
        </p:spPr>
        <p:txBody>
          <a:bodyPr/>
          <a:lstStyle/>
          <a:p>
            <a:r>
              <a:rPr lang="en-IN" altLang="en-US" sz="3200" b="1" dirty="0">
                <a:solidFill>
                  <a:srgbClr val="000000"/>
                </a:solidFill>
                <a:latin typeface="Times New Roman" panose="02020603050405020304" pitchFamily="18" charset="0"/>
                <a:cs typeface="DejaVu Sans" charset="0"/>
              </a:rPr>
              <a:t>Technologies and methodologies </a:t>
            </a:r>
            <a:br>
              <a:rPr lang="en-IN" altLang="en-US" sz="3200" b="1" dirty="0">
                <a:solidFill>
                  <a:srgbClr val="000000"/>
                </a:solidFill>
                <a:latin typeface="Times New Roman" panose="02020603050405020304" pitchFamily="18" charset="0"/>
                <a:cs typeface="DejaVu Sans" charset="0"/>
              </a:rPr>
            </a:br>
            <a:endParaRPr lang="en-IN" sz="3200" dirty="0">
              <a:solidFill>
                <a:schemeClr val="tx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1FBED8BA-8CA0-242E-E7BA-FD3E6129D635}"/>
              </a:ext>
            </a:extLst>
          </p:cNvPr>
          <p:cNvSpPr txBox="1"/>
          <p:nvPr/>
        </p:nvSpPr>
        <p:spPr>
          <a:xfrm>
            <a:off x="426415" y="1335210"/>
            <a:ext cx="9018524" cy="4613058"/>
          </a:xfrm>
          <a:prstGeom prst="rect">
            <a:avLst/>
          </a:prstGeom>
          <a:noFill/>
        </p:spPr>
        <p:txBody>
          <a:bodyPr wrap="square">
            <a:spAutoFit/>
          </a:bodyPr>
          <a:lstStyle/>
          <a:p>
            <a:pPr>
              <a:lnSpc>
                <a:spcPct val="150000"/>
              </a:lnSpc>
            </a:pPr>
            <a:r>
              <a:rPr lang="en-IN" b="1" dirty="0">
                <a:latin typeface="Times New Roman" panose="02020603050405020304" pitchFamily="18" charset="0"/>
                <a:cs typeface="Times New Roman" panose="02020603050405020304" pitchFamily="18" charset="0"/>
              </a:rPr>
              <a:t>Natural Language Processing (NLP)</a:t>
            </a:r>
            <a:endParaRPr lang="en-IN" dirty="0">
              <a:latin typeface="Times New Roman" panose="02020603050405020304" pitchFamily="18" charset="0"/>
              <a:cs typeface="Times New Roman" panose="02020603050405020304" pitchFamily="18" charset="0"/>
            </a:endParaRPr>
          </a:p>
          <a:p>
            <a:pPr>
              <a:lnSpc>
                <a:spcPct val="150000"/>
              </a:lnSpc>
            </a:pPr>
            <a:r>
              <a:rPr lang="en-IN" b="1" dirty="0">
                <a:latin typeface="Times New Roman" panose="02020603050405020304" pitchFamily="18" charset="0"/>
                <a:cs typeface="Times New Roman" panose="02020603050405020304" pitchFamily="18" charset="0"/>
              </a:rPr>
              <a:t>TF-IDF + Cosine Similarity</a:t>
            </a:r>
            <a:r>
              <a:rPr lang="en-IN" dirty="0">
                <a:latin typeface="Times New Roman" panose="02020603050405020304" pitchFamily="18" charset="0"/>
                <a:cs typeface="Times New Roman" panose="02020603050405020304" pitchFamily="18" charset="0"/>
              </a:rPr>
              <a:t> – Keyword matching and relevance scoring</a:t>
            </a:r>
          </a:p>
          <a:p>
            <a:pPr>
              <a:lnSpc>
                <a:spcPct val="150000"/>
              </a:lnSpc>
            </a:pPr>
            <a:r>
              <a:rPr lang="en-IN" b="1" dirty="0" err="1">
                <a:latin typeface="Times New Roman" panose="02020603050405020304" pitchFamily="18" charset="0"/>
                <a:cs typeface="Times New Roman" panose="02020603050405020304" pitchFamily="18" charset="0"/>
              </a:rPr>
              <a:t>MiniLM</a:t>
            </a:r>
            <a:r>
              <a:rPr lang="en-IN" b="1" dirty="0">
                <a:latin typeface="Times New Roman" panose="02020603050405020304" pitchFamily="18" charset="0"/>
                <a:cs typeface="Times New Roman" panose="02020603050405020304" pitchFamily="18" charset="0"/>
              </a:rPr>
              <a:t> Sentence Embeddings</a:t>
            </a:r>
            <a:r>
              <a:rPr lang="en-IN" dirty="0">
                <a:latin typeface="Times New Roman" panose="02020603050405020304" pitchFamily="18" charset="0"/>
                <a:cs typeface="Times New Roman" panose="02020603050405020304" pitchFamily="18" charset="0"/>
              </a:rPr>
              <a:t> – Semantic similarity between resume and job description</a:t>
            </a:r>
          </a:p>
          <a:p>
            <a:pPr>
              <a:lnSpc>
                <a:spcPct val="150000"/>
              </a:lnSpc>
            </a:pPr>
            <a:r>
              <a:rPr lang="en-IN" b="1" dirty="0">
                <a:latin typeface="Times New Roman" panose="02020603050405020304" pitchFamily="18" charset="0"/>
                <a:cs typeface="Times New Roman" panose="02020603050405020304" pitchFamily="18" charset="0"/>
              </a:rPr>
              <a:t>BART-NLI (Zero-shot Classifier)</a:t>
            </a:r>
            <a:r>
              <a:rPr lang="en-IN" dirty="0">
                <a:latin typeface="Times New Roman" panose="02020603050405020304" pitchFamily="18" charset="0"/>
                <a:cs typeface="Times New Roman" panose="02020603050405020304" pitchFamily="18" charset="0"/>
              </a:rPr>
              <a:t> – Skill-gap and entailment analysis</a:t>
            </a:r>
          </a:p>
          <a:p>
            <a:pPr>
              <a:lnSpc>
                <a:spcPct val="150000"/>
              </a:lnSpc>
            </a:pPr>
            <a:r>
              <a:rPr lang="en-IN" b="1" dirty="0" err="1">
                <a:latin typeface="Times New Roman" panose="02020603050405020304" pitchFamily="18" charset="0"/>
                <a:cs typeface="Times New Roman" panose="02020603050405020304" pitchFamily="18" charset="0"/>
              </a:rPr>
              <a:t>JobBERT</a:t>
            </a:r>
            <a:r>
              <a:rPr lang="en-IN" b="1" dirty="0">
                <a:latin typeface="Times New Roman" panose="02020603050405020304" pitchFamily="18" charset="0"/>
                <a:cs typeface="Times New Roman" panose="02020603050405020304" pitchFamily="18" charset="0"/>
              </a:rPr>
              <a:t> NER</a:t>
            </a:r>
            <a:r>
              <a:rPr lang="en-IN" dirty="0">
                <a:latin typeface="Times New Roman" panose="02020603050405020304" pitchFamily="18" charset="0"/>
                <a:cs typeface="Times New Roman" panose="02020603050405020304" pitchFamily="18" charset="0"/>
              </a:rPr>
              <a:t> – Extraction of skills, degrees, and company entities</a:t>
            </a:r>
          </a:p>
          <a:p>
            <a:pPr>
              <a:lnSpc>
                <a:spcPct val="150000"/>
              </a:lnSpc>
            </a:pPr>
            <a:endParaRPr lang="en-IN" b="1" dirty="0">
              <a:latin typeface="Times New Roman" panose="02020603050405020304" pitchFamily="18" charset="0"/>
              <a:cs typeface="Times New Roman" panose="02020603050405020304" pitchFamily="18" charset="0"/>
            </a:endParaRPr>
          </a:p>
          <a:p>
            <a:pPr>
              <a:lnSpc>
                <a:spcPct val="150000"/>
              </a:lnSpc>
            </a:pPr>
            <a:r>
              <a:rPr lang="en-IN" b="1" dirty="0">
                <a:latin typeface="Times New Roman" panose="02020603050405020304" pitchFamily="18" charset="0"/>
                <a:cs typeface="Times New Roman" panose="02020603050405020304" pitchFamily="18" charset="0"/>
              </a:rPr>
              <a:t>Machine Learning </a:t>
            </a:r>
          </a:p>
          <a:p>
            <a:pPr>
              <a:lnSpc>
                <a:spcPct val="150000"/>
              </a:lnSpc>
            </a:pPr>
            <a:r>
              <a:rPr lang="en-IN" b="1" dirty="0" err="1">
                <a:latin typeface="Times New Roman" panose="02020603050405020304" pitchFamily="18" charset="0"/>
                <a:cs typeface="Times New Roman" panose="02020603050405020304" pitchFamily="18" charset="0"/>
              </a:rPr>
              <a:t>RankNet</a:t>
            </a:r>
            <a:r>
              <a:rPr lang="en-IN" b="1" dirty="0">
                <a:latin typeface="Times New Roman" panose="02020603050405020304" pitchFamily="18" charset="0"/>
                <a:cs typeface="Times New Roman" panose="02020603050405020304" pitchFamily="18" charset="0"/>
              </a:rPr>
              <a:t> (</a:t>
            </a:r>
            <a:r>
              <a:rPr lang="en-IN" b="1" dirty="0" err="1">
                <a:latin typeface="Times New Roman" panose="02020603050405020304" pitchFamily="18" charset="0"/>
                <a:cs typeface="Times New Roman" panose="02020603050405020304" pitchFamily="18" charset="0"/>
              </a:rPr>
              <a:t>PyTorch</a:t>
            </a:r>
            <a:r>
              <a:rPr lang="en-IN" b="1"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 Candidate ranking using deep learning</a:t>
            </a:r>
          </a:p>
          <a:p>
            <a:pPr>
              <a:lnSpc>
                <a:spcPct val="150000"/>
              </a:lnSpc>
            </a:pPr>
            <a:r>
              <a:rPr lang="en-IN" b="1" dirty="0">
                <a:latin typeface="Times New Roman" panose="02020603050405020304" pitchFamily="18" charset="0"/>
                <a:cs typeface="Times New Roman" panose="02020603050405020304" pitchFamily="18" charset="0"/>
              </a:rPr>
              <a:t>SHAP</a:t>
            </a:r>
            <a:r>
              <a:rPr lang="en-IN" dirty="0">
                <a:latin typeface="Times New Roman" panose="02020603050405020304" pitchFamily="18" charset="0"/>
                <a:cs typeface="Times New Roman" panose="02020603050405020304" pitchFamily="18" charset="0"/>
              </a:rPr>
              <a:t> – Model interpretability and feature importance visualization</a:t>
            </a:r>
          </a:p>
          <a:p>
            <a:pPr>
              <a:lnSpc>
                <a:spcPct val="150000"/>
              </a:lnSpc>
            </a:pPr>
            <a:r>
              <a:rPr lang="en-IN" b="1" dirty="0">
                <a:latin typeface="Times New Roman" panose="02020603050405020304" pitchFamily="18" charset="0"/>
                <a:cs typeface="Times New Roman" panose="02020603050405020304" pitchFamily="18" charset="0"/>
              </a:rPr>
              <a:t>Weighted Ensemble Model</a:t>
            </a:r>
            <a:r>
              <a:rPr lang="en-IN" dirty="0">
                <a:latin typeface="Times New Roman" panose="02020603050405020304" pitchFamily="18" charset="0"/>
                <a:cs typeface="Times New Roman" panose="02020603050405020304" pitchFamily="18" charset="0"/>
              </a:rPr>
              <a:t> – Combines multiple AI model outputs for final scoring</a:t>
            </a:r>
          </a:p>
          <a:p>
            <a:pPr>
              <a:lnSpc>
                <a:spcPct val="150000"/>
              </a:lnSpc>
            </a:pP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211305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DCD50D-44E5-1E32-F222-C1B1B57912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FA5639-E2D5-4240-14BF-E8128DB022AD}"/>
              </a:ext>
            </a:extLst>
          </p:cNvPr>
          <p:cNvSpPr>
            <a:spLocks noGrp="1"/>
          </p:cNvSpPr>
          <p:nvPr>
            <p:ph type="title"/>
          </p:nvPr>
        </p:nvSpPr>
        <p:spPr>
          <a:xfrm>
            <a:off x="1541355" y="558378"/>
            <a:ext cx="6997913" cy="936104"/>
          </a:xfrm>
        </p:spPr>
        <p:txBody>
          <a:bodyPr/>
          <a:lstStyle/>
          <a:p>
            <a:pPr algn="ctr"/>
            <a:r>
              <a:rPr lang="en-IN" altLang="en-US" sz="3200" b="1" dirty="0">
                <a:solidFill>
                  <a:srgbClr val="000000"/>
                </a:solidFill>
                <a:latin typeface="Times New Roman" panose="02020603050405020304" pitchFamily="18" charset="0"/>
                <a:cs typeface="DejaVu Sans" charset="0"/>
              </a:rPr>
              <a:t>Implementation</a:t>
            </a:r>
            <a:br>
              <a:rPr lang="en-IN" altLang="en-US" sz="3200" b="1" dirty="0">
                <a:solidFill>
                  <a:srgbClr val="000000"/>
                </a:solidFill>
                <a:latin typeface="Times New Roman" panose="02020603050405020304" pitchFamily="18" charset="0"/>
                <a:cs typeface="DejaVu Sans" charset="0"/>
              </a:rPr>
            </a:br>
            <a:r>
              <a:rPr lang="en-IN" altLang="en-US" sz="3200" b="1" dirty="0">
                <a:solidFill>
                  <a:srgbClr val="000000"/>
                </a:solidFill>
                <a:latin typeface="Times New Roman" panose="02020603050405020304" pitchFamily="18" charset="0"/>
                <a:cs typeface="DejaVu Sans" charset="0"/>
              </a:rPr>
              <a:t> </a:t>
            </a:r>
            <a:br>
              <a:rPr lang="en-IN" altLang="en-US" sz="3200" b="1" dirty="0">
                <a:solidFill>
                  <a:srgbClr val="000000"/>
                </a:solidFill>
                <a:latin typeface="Times New Roman" panose="02020603050405020304" pitchFamily="18" charset="0"/>
                <a:cs typeface="DejaVu Sans" charset="0"/>
              </a:rPr>
            </a:br>
            <a:endParaRPr lang="en-IN" sz="3200" dirty="0">
              <a:solidFill>
                <a:schemeClr val="tx1"/>
              </a:solidFill>
              <a:latin typeface="Times New Roman" panose="02020603050405020304" pitchFamily="18" charset="0"/>
              <a:cs typeface="Times New Roman" panose="02020603050405020304" pitchFamily="18" charset="0"/>
            </a:endParaRPr>
          </a:p>
        </p:txBody>
      </p:sp>
      <p:pic>
        <p:nvPicPr>
          <p:cNvPr id="10241" name="Picture 1">
            <a:extLst>
              <a:ext uri="{FF2B5EF4-FFF2-40B4-BE49-F238E27FC236}">
                <a16:creationId xmlns:a16="http://schemas.microsoft.com/office/drawing/2014/main" id="{C516935D-C027-DD6F-D071-3BC583893E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138" t="3333" r="1840" b="2287"/>
          <a:stretch>
            <a:fillRect/>
          </a:stretch>
        </p:blipFill>
        <p:spPr bwMode="auto">
          <a:xfrm>
            <a:off x="1367904" y="1331565"/>
            <a:ext cx="6789663" cy="468052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0FB72BA7-2B6A-A910-2F6C-1082AA01EB10}"/>
              </a:ext>
            </a:extLst>
          </p:cNvPr>
          <p:cNvSpPr>
            <a:spLocks noChangeArrowheads="1"/>
          </p:cNvSpPr>
          <p:nvPr/>
        </p:nvSpPr>
        <p:spPr bwMode="auto">
          <a:xfrm>
            <a:off x="3873708" y="5873585"/>
            <a:ext cx="177805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1"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Figure 1 Landing Page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858936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76B9E-FEAD-AB5B-5FA5-FF19F78C2BEC}"/>
            </a:ext>
          </a:extLst>
        </p:cNvPr>
        <p:cNvGrpSpPr/>
        <p:nvPr/>
      </p:nvGrpSpPr>
      <p:grpSpPr>
        <a:xfrm>
          <a:off x="0" y="0"/>
          <a:ext cx="0" cy="0"/>
          <a:chOff x="0" y="0"/>
          <a:chExt cx="0" cy="0"/>
        </a:xfrm>
      </p:grpSpPr>
      <p:sp>
        <p:nvSpPr>
          <p:cNvPr id="3" name="AutoShape 2">
            <a:extLst>
              <a:ext uri="{FF2B5EF4-FFF2-40B4-BE49-F238E27FC236}">
                <a16:creationId xmlns:a16="http://schemas.microsoft.com/office/drawing/2014/main" id="{20E2A527-8BCE-A6E4-E7B8-1E55482F6B48}"/>
              </a:ext>
            </a:extLst>
          </p:cNvPr>
          <p:cNvSpPr>
            <a:spLocks noChangeAspect="1" noChangeArrowheads="1"/>
          </p:cNvSpPr>
          <p:nvPr/>
        </p:nvSpPr>
        <p:spPr bwMode="auto">
          <a:xfrm>
            <a:off x="4887913" y="362743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Rectangle 2">
            <a:extLst>
              <a:ext uri="{FF2B5EF4-FFF2-40B4-BE49-F238E27FC236}">
                <a16:creationId xmlns:a16="http://schemas.microsoft.com/office/drawing/2014/main" id="{4F6CD2DC-424D-03BA-32AC-7723A054DFC7}"/>
              </a:ext>
            </a:extLst>
          </p:cNvPr>
          <p:cNvSpPr>
            <a:spLocks noChangeArrowheads="1"/>
          </p:cNvSpPr>
          <p:nvPr/>
        </p:nvSpPr>
        <p:spPr bwMode="auto">
          <a:xfrm>
            <a:off x="716638" y="370309"/>
            <a:ext cx="12451804"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11265" name="Picture 1">
            <a:extLst>
              <a:ext uri="{FF2B5EF4-FFF2-40B4-BE49-F238E27FC236}">
                <a16:creationId xmlns:a16="http://schemas.microsoft.com/office/drawing/2014/main" id="{426A324B-7AF6-65E5-8B24-F083135523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216" t="3157" r="1881" b="1263"/>
          <a:stretch>
            <a:fillRect/>
          </a:stretch>
        </p:blipFill>
        <p:spPr bwMode="auto">
          <a:xfrm>
            <a:off x="1223888" y="395461"/>
            <a:ext cx="6984776" cy="5256584"/>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3">
            <a:extLst>
              <a:ext uri="{FF2B5EF4-FFF2-40B4-BE49-F238E27FC236}">
                <a16:creationId xmlns:a16="http://schemas.microsoft.com/office/drawing/2014/main" id="{2F7CDA40-1BAA-E13A-65F8-7F9D01BDAB78}"/>
              </a:ext>
            </a:extLst>
          </p:cNvPr>
          <p:cNvSpPr>
            <a:spLocks noChangeArrowheads="1"/>
          </p:cNvSpPr>
          <p:nvPr/>
        </p:nvSpPr>
        <p:spPr bwMode="auto">
          <a:xfrm>
            <a:off x="-1728440" y="4283893"/>
            <a:ext cx="12451804"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200" b="0" i="1"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lang="en-US" altLang="en-US" sz="1200" i="1" dirty="0">
              <a:latin typeface="Arial" panose="020B0604020202020204" pitchFamily="34" charset="0"/>
              <a:ea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200" b="0" i="1"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lang="en-US" altLang="en-US" sz="1200" i="1" dirty="0">
              <a:latin typeface="Arial" panose="020B0604020202020204" pitchFamily="34" charset="0"/>
              <a:ea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200" b="0" i="1"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lang="en-US" altLang="en-US" sz="1200" i="1" dirty="0">
              <a:latin typeface="Arial" panose="020B0604020202020204" pitchFamily="34" charset="0"/>
              <a:ea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200" b="0" i="1"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1"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Figure 2: Register and Sign in Page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821451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303AC8-4CD1-FA49-DCD3-C669A438015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7F55205-6388-DA2E-2809-321D54A750C1}"/>
              </a:ext>
            </a:extLst>
          </p:cNvPr>
          <p:cNvSpPr>
            <a:spLocks noGrp="1"/>
          </p:cNvSpPr>
          <p:nvPr>
            <p:ph type="title"/>
          </p:nvPr>
        </p:nvSpPr>
        <p:spPr/>
        <p:txBody>
          <a:bodyPr/>
          <a:lstStyle/>
          <a:p>
            <a:endParaRPr lang="en-IN"/>
          </a:p>
        </p:txBody>
      </p:sp>
      <p:sp>
        <p:nvSpPr>
          <p:cNvPr id="4" name="Rectangle 2">
            <a:extLst>
              <a:ext uri="{FF2B5EF4-FFF2-40B4-BE49-F238E27FC236}">
                <a16:creationId xmlns:a16="http://schemas.microsoft.com/office/drawing/2014/main" id="{8897E23B-A863-BB29-9458-677F419A81B5}"/>
              </a:ext>
            </a:extLst>
          </p:cNvPr>
          <p:cNvSpPr>
            <a:spLocks noChangeArrowheads="1"/>
          </p:cNvSpPr>
          <p:nvPr/>
        </p:nvSpPr>
        <p:spPr bwMode="auto">
          <a:xfrm>
            <a:off x="289753" y="214771"/>
            <a:ext cx="1335617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12289" name="Picture 1">
            <a:extLst>
              <a:ext uri="{FF2B5EF4-FFF2-40B4-BE49-F238E27FC236}">
                <a16:creationId xmlns:a16="http://schemas.microsoft.com/office/drawing/2014/main" id="{247E1DEA-6963-F9D3-C480-18FC948D59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609" t="1714" r="1659" b="2794"/>
          <a:stretch>
            <a:fillRect/>
          </a:stretch>
        </p:blipFill>
        <p:spPr bwMode="auto">
          <a:xfrm>
            <a:off x="1036855" y="784686"/>
            <a:ext cx="8400720" cy="5328592"/>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3">
            <a:extLst>
              <a:ext uri="{FF2B5EF4-FFF2-40B4-BE49-F238E27FC236}">
                <a16:creationId xmlns:a16="http://schemas.microsoft.com/office/drawing/2014/main" id="{E65BEF33-43C6-A94B-7CA3-A1A9B0BA0D5D}"/>
              </a:ext>
            </a:extLst>
          </p:cNvPr>
          <p:cNvSpPr>
            <a:spLocks noChangeArrowheads="1"/>
          </p:cNvSpPr>
          <p:nvPr/>
        </p:nvSpPr>
        <p:spPr bwMode="auto">
          <a:xfrm>
            <a:off x="-1152376" y="6113278"/>
            <a:ext cx="1335617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1200" i="1" dirty="0">
                <a:latin typeface="Arial" panose="020B0604020202020204" pitchFamily="34" charset="0"/>
                <a:ea typeface="Times New Roman" panose="02020603050405020304" pitchFamily="18" charset="0"/>
              </a:rPr>
              <a:t>Figure 3</a:t>
            </a:r>
            <a:r>
              <a:rPr kumimoji="0" lang="en-US" altLang="en-US" sz="1200" b="0" i="1"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Student Dashboard</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683512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A6BEA-E9B4-BA78-13B6-285BB2C6BF2A}"/>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3525F8E0-EFCC-D2FC-1F8D-41079928B982}"/>
              </a:ext>
            </a:extLst>
          </p:cNvPr>
          <p:cNvSpPr>
            <a:spLocks noChangeArrowheads="1"/>
          </p:cNvSpPr>
          <p:nvPr/>
        </p:nvSpPr>
        <p:spPr bwMode="auto">
          <a:xfrm>
            <a:off x="485500" y="1132793"/>
            <a:ext cx="12295723" cy="4968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13313" name="Picture 1">
            <a:extLst>
              <a:ext uri="{FF2B5EF4-FFF2-40B4-BE49-F238E27FC236}">
                <a16:creationId xmlns:a16="http://schemas.microsoft.com/office/drawing/2014/main" id="{388FCA32-C6CF-3A60-25FE-730C3AA306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949" t="1587" b="5568"/>
          <a:stretch>
            <a:fillRect/>
          </a:stretch>
        </p:blipFill>
        <p:spPr bwMode="auto">
          <a:xfrm>
            <a:off x="1439912" y="899517"/>
            <a:ext cx="6997912" cy="468052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3">
            <a:extLst>
              <a:ext uri="{FF2B5EF4-FFF2-40B4-BE49-F238E27FC236}">
                <a16:creationId xmlns:a16="http://schemas.microsoft.com/office/drawing/2014/main" id="{AE75CB0D-2955-CB41-D9E9-CBDF5E123BEA}"/>
              </a:ext>
            </a:extLst>
          </p:cNvPr>
          <p:cNvSpPr>
            <a:spLocks noChangeArrowheads="1"/>
          </p:cNvSpPr>
          <p:nvPr/>
        </p:nvSpPr>
        <p:spPr bwMode="auto">
          <a:xfrm>
            <a:off x="-936352" y="4444183"/>
            <a:ext cx="12295723"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0" i="1"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p>
          <a:p>
            <a:pPr marL="0" marR="0" lvl="0" indent="0" algn="ctr" defTabSz="914400" rtl="0" eaLnBrk="0" fontAlgn="base" latinLnBrk="0" hangingPunct="0">
              <a:lnSpc>
                <a:spcPct val="100000"/>
              </a:lnSpc>
              <a:spcBef>
                <a:spcPct val="0"/>
              </a:spcBef>
              <a:spcAft>
                <a:spcPct val="0"/>
              </a:spcAft>
              <a:buClrTx/>
              <a:buSzTx/>
              <a:buFontTx/>
              <a:buNone/>
              <a:tabLst/>
            </a:pPr>
            <a:endParaRPr lang="en-US" altLang="en-US" sz="1600" i="1"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600" b="0" i="1"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lang="en-US" altLang="en-US" sz="1600" i="1"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600" b="0" i="1"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0" i="1"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Figure 4: Student Job Browsing</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70958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5E04D-9BF4-90D1-6ABB-9F2764EEFD6F}"/>
            </a:ext>
          </a:extLst>
        </p:cNvPr>
        <p:cNvGrpSpPr/>
        <p:nvPr/>
      </p:nvGrpSpPr>
      <p:grpSpPr>
        <a:xfrm>
          <a:off x="0" y="0"/>
          <a:ext cx="0" cy="0"/>
          <a:chOff x="0" y="0"/>
          <a:chExt cx="0" cy="0"/>
        </a:xfrm>
      </p:grpSpPr>
      <p:pic>
        <p:nvPicPr>
          <p:cNvPr id="14338" name="Picture 2">
            <a:extLst>
              <a:ext uri="{FF2B5EF4-FFF2-40B4-BE49-F238E27FC236}">
                <a16:creationId xmlns:a16="http://schemas.microsoft.com/office/drawing/2014/main" id="{A42A07F0-0230-A37A-2056-9E43544F5D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760" t="1337" r="883" b="2145"/>
          <a:stretch>
            <a:fillRect/>
          </a:stretch>
        </p:blipFill>
        <p:spPr bwMode="auto">
          <a:xfrm>
            <a:off x="1541355" y="349980"/>
            <a:ext cx="6997913" cy="5230057"/>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7E423A17-B17E-843D-CAD0-ACF36FBBF255}"/>
              </a:ext>
            </a:extLst>
          </p:cNvPr>
          <p:cNvSpPr>
            <a:spLocks noChangeArrowheads="1"/>
          </p:cNvSpPr>
          <p:nvPr/>
        </p:nvSpPr>
        <p:spPr bwMode="auto">
          <a:xfrm>
            <a:off x="431800" y="-16059"/>
            <a:ext cx="10080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Rectangle 4">
            <a:extLst>
              <a:ext uri="{FF2B5EF4-FFF2-40B4-BE49-F238E27FC236}">
                <a16:creationId xmlns:a16="http://schemas.microsoft.com/office/drawing/2014/main" id="{F7DA31E0-4A81-8B8D-A2F0-3B385D081E2A}"/>
              </a:ext>
            </a:extLst>
          </p:cNvPr>
          <p:cNvSpPr>
            <a:spLocks noChangeArrowheads="1"/>
          </p:cNvSpPr>
          <p:nvPr/>
        </p:nvSpPr>
        <p:spPr bwMode="auto">
          <a:xfrm>
            <a:off x="3744168" y="5580037"/>
            <a:ext cx="3191643"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1"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Figure 5: Student Resume &amp; Job Matcher</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i="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5576BAD4-D43F-009D-A838-40DB9192BF5F}"/>
              </a:ext>
            </a:extLst>
          </p:cNvPr>
          <p:cNvSpPr>
            <a:spLocks noChangeArrowheads="1"/>
          </p:cNvSpPr>
          <p:nvPr/>
        </p:nvSpPr>
        <p:spPr bwMode="auto">
          <a:xfrm>
            <a:off x="431800" y="8837429"/>
            <a:ext cx="10080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1" u="none" strike="noStrike" cap="none" normalizeH="0" baseline="0">
                <a:ln>
                  <a:noFill/>
                </a:ln>
                <a:solidFill>
                  <a:schemeClr val="tx1"/>
                </a:solidFill>
                <a:effectLst/>
                <a:latin typeface="Arial" panose="020B0604020202020204" pitchFamily="34" charset="0"/>
                <a:ea typeface="Times New Roman" panose="02020603050405020304" pitchFamily="18" charset="0"/>
              </a:rPr>
              <a:t>Figure 5.9 Student Resume Analysis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601915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B0B16-F390-0FAA-0DF8-9D71F646CF9D}"/>
            </a:ext>
          </a:extLst>
        </p:cNvPr>
        <p:cNvGrpSpPr/>
        <p:nvPr/>
      </p:nvGrpSpPr>
      <p:grpSpPr>
        <a:xfrm>
          <a:off x="0" y="0"/>
          <a:ext cx="0" cy="0"/>
          <a:chOff x="0" y="0"/>
          <a:chExt cx="0" cy="0"/>
        </a:xfrm>
      </p:grpSpPr>
      <p:pic>
        <p:nvPicPr>
          <p:cNvPr id="14337" name="Picture 1">
            <a:extLst>
              <a:ext uri="{FF2B5EF4-FFF2-40B4-BE49-F238E27FC236}">
                <a16:creationId xmlns:a16="http://schemas.microsoft.com/office/drawing/2014/main" id="{9CD1B3E5-5EB1-2117-8226-5BA6B5048F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138" t="1935" r="1646" b="4936"/>
          <a:stretch>
            <a:fillRect/>
          </a:stretch>
        </p:blipFill>
        <p:spPr bwMode="auto">
          <a:xfrm>
            <a:off x="935856" y="827509"/>
            <a:ext cx="7560840" cy="479266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94D713C-8E06-B515-0423-078520B6D5F1}"/>
              </a:ext>
            </a:extLst>
          </p:cNvPr>
          <p:cNvSpPr txBox="1"/>
          <p:nvPr/>
        </p:nvSpPr>
        <p:spPr>
          <a:xfrm>
            <a:off x="2509576" y="5601689"/>
            <a:ext cx="5061472" cy="376834"/>
          </a:xfrm>
          <a:prstGeom prst="rect">
            <a:avLst/>
          </a:prstGeom>
          <a:noFill/>
        </p:spPr>
        <p:txBody>
          <a:bodyPr wrap="square">
            <a:spAutoFit/>
          </a:bodyPr>
          <a:lstStyle/>
          <a:p>
            <a:pPr algn="ctr">
              <a:lnSpc>
                <a:spcPct val="150000"/>
              </a:lnSpc>
              <a:spcBef>
                <a:spcPts val="315"/>
              </a:spcBef>
              <a:buNone/>
            </a:pPr>
            <a:r>
              <a:rPr lang="en-IN" sz="1400" i="1" dirty="0">
                <a:effectLst/>
                <a:latin typeface="Times New Roman" panose="02020603050405020304" pitchFamily="18" charset="0"/>
                <a:ea typeface="Times New Roman" panose="02020603050405020304" pitchFamily="18" charset="0"/>
              </a:rPr>
              <a:t>Figure 6</a:t>
            </a:r>
            <a:r>
              <a:rPr lang="en-IN" sz="1400" i="1" dirty="0">
                <a:latin typeface="Times New Roman" panose="02020603050405020304" pitchFamily="18" charset="0"/>
                <a:ea typeface="Times New Roman" panose="02020603050405020304" pitchFamily="18" charset="0"/>
              </a:rPr>
              <a:t>: </a:t>
            </a:r>
            <a:r>
              <a:rPr lang="en-IN" sz="1400" i="1" dirty="0">
                <a:effectLst/>
                <a:latin typeface="Times New Roman" panose="02020603050405020304" pitchFamily="18" charset="0"/>
                <a:ea typeface="Times New Roman" panose="02020603050405020304" pitchFamily="18" charset="0"/>
              </a:rPr>
              <a:t>Student Resume Analysis</a:t>
            </a:r>
            <a:endParaRPr lang="en-IN" sz="1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2086355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C2F49-924C-EB34-8A05-B9ECED71158E}"/>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4F184055-40EE-0397-CA11-929E9E2F8B3C}"/>
              </a:ext>
            </a:extLst>
          </p:cNvPr>
          <p:cNvSpPr>
            <a:spLocks noChangeArrowheads="1"/>
          </p:cNvSpPr>
          <p:nvPr/>
        </p:nvSpPr>
        <p:spPr bwMode="auto">
          <a:xfrm>
            <a:off x="21249" y="442317"/>
            <a:ext cx="14252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15361" name="Picture 1">
            <a:extLst>
              <a:ext uri="{FF2B5EF4-FFF2-40B4-BE49-F238E27FC236}">
                <a16:creationId xmlns:a16="http://schemas.microsoft.com/office/drawing/2014/main" id="{65972F5C-E361-CF42-DA25-AF67F62B6F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518" b="2969"/>
          <a:stretch>
            <a:fillRect/>
          </a:stretch>
        </p:blipFill>
        <p:spPr bwMode="auto">
          <a:xfrm>
            <a:off x="503808" y="899517"/>
            <a:ext cx="8856984" cy="468052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F7C0A512-46D8-A716-1E48-EAF20A093CE6}"/>
              </a:ext>
            </a:extLst>
          </p:cNvPr>
          <p:cNvSpPr>
            <a:spLocks noChangeArrowheads="1"/>
          </p:cNvSpPr>
          <p:nvPr/>
        </p:nvSpPr>
        <p:spPr bwMode="auto">
          <a:xfrm>
            <a:off x="-1728440" y="5564648"/>
            <a:ext cx="142528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1"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Figure 7 Student: Recommendation Courses &amp; Mock Interviews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55916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54795-2F5F-7CB0-B1EB-8406372DC80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496A1EF2-7B73-E1EE-9C09-BBB0DA865AC3}"/>
              </a:ext>
            </a:extLst>
          </p:cNvPr>
          <p:cNvSpPr>
            <a:spLocks noChangeArrowheads="1"/>
          </p:cNvSpPr>
          <p:nvPr/>
        </p:nvSpPr>
        <p:spPr bwMode="auto">
          <a:xfrm>
            <a:off x="116914" y="226293"/>
            <a:ext cx="1352020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17409" name="Picture 1">
            <a:extLst>
              <a:ext uri="{FF2B5EF4-FFF2-40B4-BE49-F238E27FC236}">
                <a16:creationId xmlns:a16="http://schemas.microsoft.com/office/drawing/2014/main" id="{7B39B72D-A18D-6FD6-F87F-2FF785EC8C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657" t="2455" r="2200" b="5479"/>
          <a:stretch>
            <a:fillRect/>
          </a:stretch>
        </p:blipFill>
        <p:spPr bwMode="auto">
          <a:xfrm>
            <a:off x="863848" y="683493"/>
            <a:ext cx="7992888" cy="5472608"/>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72941116-4195-957F-B906-4D695659FF65}"/>
              </a:ext>
            </a:extLst>
          </p:cNvPr>
          <p:cNvSpPr>
            <a:spLocks noChangeArrowheads="1"/>
          </p:cNvSpPr>
          <p:nvPr/>
        </p:nvSpPr>
        <p:spPr bwMode="auto">
          <a:xfrm>
            <a:off x="-1440408" y="6156101"/>
            <a:ext cx="1352020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1"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Figure 8: Student Resume Analysis (Overview &amp; Strengths)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783707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61A5C-1AD1-740B-5290-BCA688A729E6}"/>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1F374D1A-0A67-0B50-1755-72F84BD09BC7}"/>
              </a:ext>
            </a:extLst>
          </p:cNvPr>
          <p:cNvSpPr>
            <a:spLocks noChangeArrowheads="1"/>
          </p:cNvSpPr>
          <p:nvPr/>
        </p:nvSpPr>
        <p:spPr bwMode="auto">
          <a:xfrm>
            <a:off x="116914" y="226293"/>
            <a:ext cx="1352020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20481" name="Picture 1">
            <a:extLst>
              <a:ext uri="{FF2B5EF4-FFF2-40B4-BE49-F238E27FC236}">
                <a16:creationId xmlns:a16="http://schemas.microsoft.com/office/drawing/2014/main" id="{7BE762FA-DF7C-F86F-A29A-67506BC0A0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645" b="-2"/>
          <a:stretch>
            <a:fillRect/>
          </a:stretch>
        </p:blipFill>
        <p:spPr bwMode="auto">
          <a:xfrm>
            <a:off x="935855" y="1143615"/>
            <a:ext cx="8208912" cy="5184576"/>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778F59EA-D880-0483-2123-0A0C302A4CAD}"/>
              </a:ext>
            </a:extLst>
          </p:cNvPr>
          <p:cNvSpPr>
            <a:spLocks noChangeArrowheads="1"/>
          </p:cNvSpPr>
          <p:nvPr/>
        </p:nvSpPr>
        <p:spPr bwMode="auto">
          <a:xfrm>
            <a:off x="-2179438" y="6277559"/>
            <a:ext cx="1443949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1"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Figure 9: Student Resume Analysis (Improvements &amp; Skills)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933424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A94B8-3A82-7675-B3D1-8021E368F3E9}"/>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65ED7FA3-436A-B479-588B-33D8EDB8DF92}"/>
              </a:ext>
            </a:extLst>
          </p:cNvPr>
          <p:cNvSpPr>
            <a:spLocks noChangeArrowheads="1"/>
          </p:cNvSpPr>
          <p:nvPr/>
        </p:nvSpPr>
        <p:spPr bwMode="auto">
          <a:xfrm>
            <a:off x="-229464" y="874365"/>
            <a:ext cx="1526779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19457" name="Picture 1">
            <a:extLst>
              <a:ext uri="{FF2B5EF4-FFF2-40B4-BE49-F238E27FC236}">
                <a16:creationId xmlns:a16="http://schemas.microsoft.com/office/drawing/2014/main" id="{9B671525-CD62-6381-4F4A-E3497B3BC8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518" t="1370" r="1451" b="2991"/>
          <a:stretch>
            <a:fillRect/>
          </a:stretch>
        </p:blipFill>
        <p:spPr bwMode="auto">
          <a:xfrm>
            <a:off x="647824" y="395461"/>
            <a:ext cx="8424936" cy="547260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E21E5EE1-3F4E-D87D-E505-3BE972D400DB}"/>
              </a:ext>
            </a:extLst>
          </p:cNvPr>
          <p:cNvSpPr>
            <a:spLocks noChangeArrowheads="1"/>
          </p:cNvSpPr>
          <p:nvPr/>
        </p:nvSpPr>
        <p:spPr bwMode="auto">
          <a:xfrm>
            <a:off x="-2593584" y="5868069"/>
            <a:ext cx="1526779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1"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Figure 10: HR Dashboard</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106696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CF137-355E-D513-95D0-0074A8448FF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45D5713F-E86E-418E-81A9-88951957652D}"/>
              </a:ext>
            </a:extLst>
          </p:cNvPr>
          <p:cNvSpPr>
            <a:spLocks noChangeArrowheads="1"/>
          </p:cNvSpPr>
          <p:nvPr/>
        </p:nvSpPr>
        <p:spPr bwMode="auto">
          <a:xfrm>
            <a:off x="116914" y="226293"/>
            <a:ext cx="1352020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6" name="Rectangle 5">
            <a:extLst>
              <a:ext uri="{FF2B5EF4-FFF2-40B4-BE49-F238E27FC236}">
                <a16:creationId xmlns:a16="http://schemas.microsoft.com/office/drawing/2014/main" id="{AC0F726F-6ED2-C2DF-3FC4-E50E1E1EE934}"/>
              </a:ext>
            </a:extLst>
          </p:cNvPr>
          <p:cNvSpPr>
            <a:spLocks noChangeArrowheads="1"/>
          </p:cNvSpPr>
          <p:nvPr/>
        </p:nvSpPr>
        <p:spPr bwMode="auto">
          <a:xfrm>
            <a:off x="791840" y="984369"/>
            <a:ext cx="12983504"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18436" name="Picture 1">
            <a:extLst>
              <a:ext uri="{FF2B5EF4-FFF2-40B4-BE49-F238E27FC236}">
                <a16:creationId xmlns:a16="http://schemas.microsoft.com/office/drawing/2014/main" id="{44408D54-B542-D276-FC59-72D568C5FB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518" t="923"/>
          <a:stretch>
            <a:fillRect/>
          </a:stretch>
        </p:blipFill>
        <p:spPr bwMode="auto">
          <a:xfrm>
            <a:off x="1244172" y="710160"/>
            <a:ext cx="7272808" cy="5832647"/>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1E1BE5B4-2F48-34F1-788C-F26D7062BB0F}"/>
              </a:ext>
            </a:extLst>
          </p:cNvPr>
          <p:cNvSpPr>
            <a:spLocks noChangeArrowheads="1"/>
          </p:cNvSpPr>
          <p:nvPr/>
        </p:nvSpPr>
        <p:spPr bwMode="auto">
          <a:xfrm>
            <a:off x="-1451440" y="6582087"/>
            <a:ext cx="1298350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1"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Figure 11: HR Job Posting</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492742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7C4BE-1878-E498-7186-2BDAE17D1C2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B1C4C80-51F4-7415-2C3D-6531062E29EC}"/>
              </a:ext>
            </a:extLst>
          </p:cNvPr>
          <p:cNvSpPr>
            <a:spLocks noChangeArrowheads="1"/>
          </p:cNvSpPr>
          <p:nvPr/>
        </p:nvSpPr>
        <p:spPr bwMode="auto">
          <a:xfrm>
            <a:off x="116914" y="226293"/>
            <a:ext cx="1352020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6" name="Rectangle 5">
            <a:extLst>
              <a:ext uri="{FF2B5EF4-FFF2-40B4-BE49-F238E27FC236}">
                <a16:creationId xmlns:a16="http://schemas.microsoft.com/office/drawing/2014/main" id="{647A13C2-204E-E7EE-FF6F-FD4C4F38D39E}"/>
              </a:ext>
            </a:extLst>
          </p:cNvPr>
          <p:cNvSpPr>
            <a:spLocks noChangeArrowheads="1"/>
          </p:cNvSpPr>
          <p:nvPr/>
        </p:nvSpPr>
        <p:spPr bwMode="auto">
          <a:xfrm>
            <a:off x="791840" y="984369"/>
            <a:ext cx="12983504"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2" name="Rectangle 2">
            <a:extLst>
              <a:ext uri="{FF2B5EF4-FFF2-40B4-BE49-F238E27FC236}">
                <a16:creationId xmlns:a16="http://schemas.microsoft.com/office/drawing/2014/main" id="{832B6A04-6E7D-3C53-E996-AECCA5A6B938}"/>
              </a:ext>
            </a:extLst>
          </p:cNvPr>
          <p:cNvSpPr>
            <a:spLocks noChangeArrowheads="1"/>
          </p:cNvSpPr>
          <p:nvPr/>
        </p:nvSpPr>
        <p:spPr bwMode="auto">
          <a:xfrm>
            <a:off x="-112716" y="527169"/>
            <a:ext cx="1397495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22529" name="Picture 1">
            <a:extLst>
              <a:ext uri="{FF2B5EF4-FFF2-40B4-BE49-F238E27FC236}">
                <a16:creationId xmlns:a16="http://schemas.microsoft.com/office/drawing/2014/main" id="{4A1819B9-9ABE-BE16-1CAF-A00A517AA9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1840" y="683493"/>
            <a:ext cx="8208912" cy="511256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DE85926E-3E62-AD53-7DF8-C0372E5D1CB0}"/>
              </a:ext>
            </a:extLst>
          </p:cNvPr>
          <p:cNvSpPr>
            <a:spLocks noChangeArrowheads="1"/>
          </p:cNvSpPr>
          <p:nvPr/>
        </p:nvSpPr>
        <p:spPr bwMode="auto">
          <a:xfrm>
            <a:off x="-2091183" y="5819938"/>
            <a:ext cx="1397495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1"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Figure 12: HR Bulk Resume Upload</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05265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4CF37-F358-FFD7-FE6E-344FFB12D8AB}"/>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D0AF43DC-EA01-025C-63C5-23AE80D36F43}"/>
              </a:ext>
            </a:extLst>
          </p:cNvPr>
          <p:cNvSpPr>
            <a:spLocks noChangeArrowheads="1"/>
          </p:cNvSpPr>
          <p:nvPr/>
        </p:nvSpPr>
        <p:spPr bwMode="auto">
          <a:xfrm>
            <a:off x="863848" y="179129"/>
            <a:ext cx="1147391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21505" name="Picture 1">
            <a:extLst>
              <a:ext uri="{FF2B5EF4-FFF2-40B4-BE49-F238E27FC236}">
                <a16:creationId xmlns:a16="http://schemas.microsoft.com/office/drawing/2014/main" id="{3306AAC0-FBA6-3C49-61BB-EE36F2C53E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5044" y="636328"/>
            <a:ext cx="6522963" cy="561242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20D53658-FBF5-DF76-8DF1-FB6CE2E2E83A}"/>
              </a:ext>
            </a:extLst>
          </p:cNvPr>
          <p:cNvSpPr>
            <a:spLocks noChangeArrowheads="1"/>
          </p:cNvSpPr>
          <p:nvPr/>
        </p:nvSpPr>
        <p:spPr bwMode="auto">
          <a:xfrm>
            <a:off x="-432296" y="6248749"/>
            <a:ext cx="1147391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1"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Figure 13: HR Candidate Ranking</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241763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01079-DFCB-B96F-8CA5-2F3F7DA2DA3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11BDB14-5150-CC74-C4F8-F2AAC0686005}"/>
              </a:ext>
            </a:extLst>
          </p:cNvPr>
          <p:cNvSpPr>
            <a:spLocks noChangeArrowheads="1"/>
          </p:cNvSpPr>
          <p:nvPr/>
        </p:nvSpPr>
        <p:spPr bwMode="auto">
          <a:xfrm>
            <a:off x="1151880" y="-133747"/>
            <a:ext cx="1380289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24577" name="Picture 1">
            <a:extLst>
              <a:ext uri="{FF2B5EF4-FFF2-40B4-BE49-F238E27FC236}">
                <a16:creationId xmlns:a16="http://schemas.microsoft.com/office/drawing/2014/main" id="{D477AAE2-E644-551F-ABD6-1FC696D6F0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1880" y="323453"/>
            <a:ext cx="7992640" cy="6202957"/>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E854E4A7-DC3C-DE26-94C5-28CA76011F16}"/>
              </a:ext>
            </a:extLst>
          </p:cNvPr>
          <p:cNvSpPr>
            <a:spLocks noChangeArrowheads="1"/>
          </p:cNvSpPr>
          <p:nvPr/>
        </p:nvSpPr>
        <p:spPr bwMode="auto">
          <a:xfrm>
            <a:off x="-1512416" y="6544555"/>
            <a:ext cx="1380289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1"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Figure 14: HR Candidate Ranking Analysis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403138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64FC9-2DBA-09F9-94EE-183EF2EBEF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6CEB03-3EA1-8F35-410C-731734C752C6}"/>
              </a:ext>
            </a:extLst>
          </p:cNvPr>
          <p:cNvSpPr>
            <a:spLocks noGrp="1"/>
          </p:cNvSpPr>
          <p:nvPr>
            <p:ph type="title"/>
          </p:nvPr>
        </p:nvSpPr>
        <p:spPr>
          <a:xfrm>
            <a:off x="386299" y="411610"/>
            <a:ext cx="6997913" cy="631923"/>
          </a:xfrm>
        </p:spPr>
        <p:txBody>
          <a:bodyPr/>
          <a:lstStyle/>
          <a:p>
            <a:r>
              <a:rPr lang="en-IN" sz="2800" b="1" dirty="0">
                <a:solidFill>
                  <a:schemeClr val="tx1"/>
                </a:solidFill>
                <a:latin typeface="Times New Roman" panose="02020603050405020304" pitchFamily="18" charset="0"/>
                <a:cs typeface="Times New Roman" panose="02020603050405020304" pitchFamily="18" charset="0"/>
              </a:rPr>
              <a:t>SDG Goal Alignment</a:t>
            </a:r>
          </a:p>
        </p:txBody>
      </p:sp>
      <p:sp>
        <p:nvSpPr>
          <p:cNvPr id="12" name="TextBox 11">
            <a:extLst>
              <a:ext uri="{FF2B5EF4-FFF2-40B4-BE49-F238E27FC236}">
                <a16:creationId xmlns:a16="http://schemas.microsoft.com/office/drawing/2014/main" id="{BE6F1BDC-4D19-C7B1-B72B-B77960423608}"/>
              </a:ext>
            </a:extLst>
          </p:cNvPr>
          <p:cNvSpPr txBox="1"/>
          <p:nvPr/>
        </p:nvSpPr>
        <p:spPr>
          <a:xfrm>
            <a:off x="239024" y="4862285"/>
            <a:ext cx="8185663" cy="400110"/>
          </a:xfrm>
          <a:prstGeom prst="rect">
            <a:avLst/>
          </a:prstGeom>
          <a:noFill/>
        </p:spPr>
        <p:txBody>
          <a:bodyPr wrap="square">
            <a:spAutoFit/>
          </a:bodyPr>
          <a:lstStyle/>
          <a:p>
            <a:endParaRPr lang="en-US" sz="2000" dirty="0"/>
          </a:p>
        </p:txBody>
      </p:sp>
      <p:sp>
        <p:nvSpPr>
          <p:cNvPr id="4" name="Rectangle 1">
            <a:extLst>
              <a:ext uri="{FF2B5EF4-FFF2-40B4-BE49-F238E27FC236}">
                <a16:creationId xmlns:a16="http://schemas.microsoft.com/office/drawing/2014/main" id="{FB8C2894-F164-8CB0-FBA4-33084A2ED429}"/>
              </a:ext>
            </a:extLst>
          </p:cNvPr>
          <p:cNvSpPr>
            <a:spLocks noChangeArrowheads="1"/>
          </p:cNvSpPr>
          <p:nvPr/>
        </p:nvSpPr>
        <p:spPr bwMode="auto">
          <a:xfrm>
            <a:off x="239024" y="1331843"/>
            <a:ext cx="9046066" cy="300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SDG 4: Quality Education</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Promotes continuous learning by identifying skill gaps and recommending relevant courses for students.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SDG 8: Decent Work and Economic Growth</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Enhances employability through resume optimization, mock interviews, and career guidance.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SDG 10: Reduced Inequalities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Ensures fair and unbiased candidate evaluation using AI-driven scoring and ranking.</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SDG 17: Partnerships for the Goals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Bridges the gap between educational institutions, students, and recruiters through a unified digital platform.</a:t>
            </a:r>
          </a:p>
        </p:txBody>
      </p:sp>
    </p:spTree>
    <p:extLst>
      <p:ext uri="{BB962C8B-B14F-4D97-AF65-F5344CB8AC3E}">
        <p14:creationId xmlns:p14="http://schemas.microsoft.com/office/powerpoint/2010/main" val="40829642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3918B-25C9-A925-1E9E-E6E9006380D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1D3FA6BC-9CA1-A84D-19B5-53ED0973259B}"/>
              </a:ext>
            </a:extLst>
          </p:cNvPr>
          <p:cNvSpPr txBox="1"/>
          <p:nvPr/>
        </p:nvSpPr>
        <p:spPr>
          <a:xfrm>
            <a:off x="443909" y="467469"/>
            <a:ext cx="9192806" cy="5095626"/>
          </a:xfrm>
          <a:prstGeom prst="rect">
            <a:avLst/>
          </a:prstGeom>
          <a:noFill/>
        </p:spPr>
        <p:txBody>
          <a:bodyPr wrap="square">
            <a:spAutoFit/>
          </a:bodyPr>
          <a:lstStyle/>
          <a:p>
            <a:pPr eaLnBrk="0" hangingPunct="0">
              <a:lnSpc>
                <a:spcPct val="150000"/>
              </a:lnSpc>
              <a:spcBef>
                <a:spcPts val="1200"/>
              </a:spcBef>
              <a:buNone/>
            </a:pPr>
            <a:r>
              <a:rPr lang="en-IN" sz="1600" b="1" dirty="0">
                <a:effectLst/>
                <a:latin typeface="Times New Roman" panose="02020603050405020304" pitchFamily="18" charset="0"/>
                <a:ea typeface="Times New Roman" panose="02020603050405020304" pitchFamily="18" charset="0"/>
              </a:rPr>
              <a:t>References:</a:t>
            </a:r>
            <a:br>
              <a:rPr lang="en-IN" sz="1600" b="1" dirty="0">
                <a:effectLst/>
                <a:latin typeface="Times New Roman" panose="02020603050405020304" pitchFamily="18" charset="0"/>
                <a:ea typeface="Times New Roman" panose="02020603050405020304" pitchFamily="18" charset="0"/>
              </a:rPr>
            </a:br>
            <a:r>
              <a:rPr lang="en-IN" sz="1600" dirty="0">
                <a:effectLst/>
                <a:latin typeface="Times New Roman" panose="02020603050405020304" pitchFamily="18" charset="0"/>
                <a:ea typeface="Times New Roman" panose="02020603050405020304" pitchFamily="18" charset="0"/>
              </a:rPr>
              <a:t>[1] Wen Li and </a:t>
            </a:r>
            <a:r>
              <a:rPr lang="en-IN" sz="1600" dirty="0" err="1">
                <a:effectLst/>
                <a:latin typeface="Times New Roman" panose="02020603050405020304" pitchFamily="18" charset="0"/>
                <a:ea typeface="Times New Roman" panose="02020603050405020304" pitchFamily="18" charset="0"/>
              </a:rPr>
              <a:t>XiuKao</a:t>
            </a:r>
            <a:r>
              <a:rPr lang="en-IN" sz="1600" dirty="0">
                <a:effectLst/>
                <a:latin typeface="Times New Roman" panose="02020603050405020304" pitchFamily="18" charset="0"/>
                <a:ea typeface="Times New Roman" panose="02020603050405020304" pitchFamily="18" charset="0"/>
              </a:rPr>
              <a:t> Zhou, </a:t>
            </a:r>
            <a:r>
              <a:rPr lang="en-IN" sz="1600" i="1" dirty="0">
                <a:effectLst/>
                <a:latin typeface="Times New Roman" panose="02020603050405020304" pitchFamily="18" charset="0"/>
                <a:ea typeface="Times New Roman" panose="02020603050405020304" pitchFamily="18" charset="0"/>
              </a:rPr>
              <a:t>Machine Learning-Based HR Management Information Retrieval and Classification Algorithm</a:t>
            </a:r>
            <a:r>
              <a:rPr lang="en-IN" sz="1600" dirty="0">
                <a:effectLst/>
                <a:latin typeface="Times New Roman" panose="02020603050405020304" pitchFamily="18" charset="0"/>
                <a:ea typeface="Times New Roman" panose="02020603050405020304" pitchFamily="18" charset="0"/>
              </a:rPr>
              <a:t>, Scalable Computing: Practice and Experience, Vol. 25, No. 6, pp. 5431-5440, 2024.</a:t>
            </a:r>
          </a:p>
          <a:p>
            <a:pPr algn="just" eaLnBrk="0" hangingPunct="0">
              <a:lnSpc>
                <a:spcPct val="150000"/>
              </a:lnSpc>
              <a:spcBef>
                <a:spcPts val="1200"/>
              </a:spcBef>
              <a:buNone/>
            </a:pPr>
            <a:r>
              <a:rPr lang="en-IN" sz="1600" dirty="0">
                <a:effectLst/>
                <a:latin typeface="Times New Roman" panose="02020603050405020304" pitchFamily="18" charset="0"/>
                <a:ea typeface="Times New Roman" panose="02020603050405020304" pitchFamily="18" charset="0"/>
              </a:rPr>
              <a:t>[2] </a:t>
            </a:r>
            <a:r>
              <a:rPr lang="en-IN" sz="1600" dirty="0" err="1">
                <a:effectLst/>
                <a:latin typeface="Times New Roman" panose="02020603050405020304" pitchFamily="18" charset="0"/>
                <a:ea typeface="Times New Roman" panose="02020603050405020304" pitchFamily="18" charset="0"/>
              </a:rPr>
              <a:t>Sougandh</a:t>
            </a:r>
            <a:r>
              <a:rPr lang="en-IN" sz="1600" dirty="0">
                <a:effectLst/>
                <a:latin typeface="Times New Roman" panose="02020603050405020304" pitchFamily="18" charset="0"/>
                <a:ea typeface="Times New Roman" panose="02020603050405020304" pitchFamily="18" charset="0"/>
              </a:rPr>
              <a:t>, </a:t>
            </a:r>
            <a:r>
              <a:rPr lang="en-IN" sz="1600" dirty="0" err="1">
                <a:effectLst/>
                <a:latin typeface="Times New Roman" panose="02020603050405020304" pitchFamily="18" charset="0"/>
                <a:ea typeface="Times New Roman" panose="02020603050405020304" pitchFamily="18" charset="0"/>
              </a:rPr>
              <a:t>Thatavarthi</a:t>
            </a:r>
            <a:r>
              <a:rPr lang="en-IN" sz="1600" dirty="0">
                <a:effectLst/>
                <a:latin typeface="Times New Roman" panose="02020603050405020304" pitchFamily="18" charset="0"/>
                <a:ea typeface="Times New Roman" panose="02020603050405020304" pitchFamily="18" charset="0"/>
              </a:rPr>
              <a:t> Giri, Nithish Sagar Reddy, and Meena </a:t>
            </a:r>
            <a:r>
              <a:rPr lang="en-IN" sz="1600" dirty="0" err="1">
                <a:effectLst/>
                <a:latin typeface="Times New Roman" panose="02020603050405020304" pitchFamily="18" charset="0"/>
                <a:ea typeface="Times New Roman" panose="02020603050405020304" pitchFamily="18" charset="0"/>
              </a:rPr>
              <a:t>Belwal</a:t>
            </a:r>
            <a:r>
              <a:rPr lang="en-IN" sz="1600" dirty="0">
                <a:effectLst/>
                <a:latin typeface="Times New Roman" panose="02020603050405020304" pitchFamily="18" charset="0"/>
                <a:ea typeface="Times New Roman" panose="02020603050405020304" pitchFamily="18" charset="0"/>
              </a:rPr>
              <a:t>, </a:t>
            </a:r>
            <a:r>
              <a:rPr lang="en-IN" sz="1600" i="1" dirty="0">
                <a:effectLst/>
                <a:latin typeface="Times New Roman" panose="02020603050405020304" pitchFamily="18" charset="0"/>
                <a:ea typeface="Times New Roman" panose="02020603050405020304" pitchFamily="18" charset="0"/>
              </a:rPr>
              <a:t>Automated Resume Parsing: A Natural Language Processing Approach</a:t>
            </a:r>
            <a:r>
              <a:rPr lang="en-IN" sz="1600" dirty="0">
                <a:effectLst/>
                <a:latin typeface="Times New Roman" panose="02020603050405020304" pitchFamily="18" charset="0"/>
                <a:ea typeface="Times New Roman" panose="02020603050405020304" pitchFamily="18" charset="0"/>
              </a:rPr>
              <a:t>, In 2023 7th International Conference on Computation System and Information Technology for Sustainable Solutions (CSITSS), IEEE, pp. 1-6, 2023.</a:t>
            </a:r>
          </a:p>
          <a:p>
            <a:pPr algn="just" eaLnBrk="0" hangingPunct="0">
              <a:lnSpc>
                <a:spcPct val="150000"/>
              </a:lnSpc>
              <a:spcBef>
                <a:spcPts val="1200"/>
              </a:spcBef>
              <a:buNone/>
            </a:pPr>
            <a:r>
              <a:rPr lang="en-IN" sz="1600" dirty="0">
                <a:effectLst/>
                <a:latin typeface="Times New Roman" panose="02020603050405020304" pitchFamily="18" charset="0"/>
                <a:ea typeface="Times New Roman" panose="02020603050405020304" pitchFamily="18" charset="0"/>
              </a:rPr>
              <a:t>[3] </a:t>
            </a:r>
            <a:r>
              <a:rPr lang="en-IN" sz="1600" dirty="0" err="1">
                <a:effectLst/>
                <a:latin typeface="Times New Roman" panose="02020603050405020304" pitchFamily="18" charset="0"/>
                <a:ea typeface="Times New Roman" panose="02020603050405020304" pitchFamily="18" charset="0"/>
              </a:rPr>
              <a:t>Maiia</a:t>
            </a:r>
            <a:r>
              <a:rPr lang="en-IN" sz="1600" dirty="0">
                <a:effectLst/>
                <a:latin typeface="Times New Roman" panose="02020603050405020304" pitchFamily="18" charset="0"/>
                <a:ea typeface="Times New Roman" panose="02020603050405020304" pitchFamily="18" charset="0"/>
              </a:rPr>
              <a:t> Bocharova, Eugene Malakhov, and Vitaliy </a:t>
            </a:r>
            <a:r>
              <a:rPr lang="en-IN" sz="1600" dirty="0" err="1">
                <a:effectLst/>
                <a:latin typeface="Times New Roman" panose="02020603050405020304" pitchFamily="18" charset="0"/>
                <a:ea typeface="Times New Roman" panose="02020603050405020304" pitchFamily="18" charset="0"/>
              </a:rPr>
              <a:t>Mezhuyev</a:t>
            </a:r>
            <a:r>
              <a:rPr lang="en-IN" sz="1600" dirty="0">
                <a:effectLst/>
                <a:latin typeface="Times New Roman" panose="02020603050405020304" pitchFamily="18" charset="0"/>
                <a:ea typeface="Times New Roman" panose="02020603050405020304" pitchFamily="18" charset="0"/>
              </a:rPr>
              <a:t>, </a:t>
            </a:r>
            <a:r>
              <a:rPr lang="en-IN" sz="1600" i="1" dirty="0" err="1">
                <a:effectLst/>
                <a:latin typeface="Times New Roman" panose="02020603050405020304" pitchFamily="18" charset="0"/>
                <a:ea typeface="Times New Roman" panose="02020603050405020304" pitchFamily="18" charset="0"/>
              </a:rPr>
              <a:t>VacancySBERT</a:t>
            </a:r>
            <a:r>
              <a:rPr lang="en-IN" sz="1600" i="1" dirty="0">
                <a:effectLst/>
                <a:latin typeface="Times New Roman" panose="02020603050405020304" pitchFamily="18" charset="0"/>
                <a:ea typeface="Times New Roman" panose="02020603050405020304" pitchFamily="18" charset="0"/>
              </a:rPr>
              <a:t>: Representation of Titles and Skills for Semantic Similarity Search</a:t>
            </a:r>
            <a:r>
              <a:rPr lang="en-IN" sz="1600" dirty="0">
                <a:effectLst/>
                <a:latin typeface="Times New Roman" panose="02020603050405020304" pitchFamily="18" charset="0"/>
                <a:ea typeface="Times New Roman" panose="02020603050405020304" pitchFamily="18" charset="0"/>
              </a:rPr>
              <a:t>, </a:t>
            </a:r>
            <a:r>
              <a:rPr lang="en-IN" sz="1600" dirty="0" err="1">
                <a:effectLst/>
                <a:latin typeface="Times New Roman" panose="02020603050405020304" pitchFamily="18" charset="0"/>
                <a:ea typeface="Times New Roman" panose="02020603050405020304" pitchFamily="18" charset="0"/>
              </a:rPr>
              <a:t>arXiv</a:t>
            </a:r>
            <a:r>
              <a:rPr lang="en-IN" sz="1600" dirty="0">
                <a:effectLst/>
                <a:latin typeface="Times New Roman" panose="02020603050405020304" pitchFamily="18" charset="0"/>
                <a:ea typeface="Times New Roman" panose="02020603050405020304" pitchFamily="18" charset="0"/>
              </a:rPr>
              <a:t> preprint arXiv:2307.16638, 2023.</a:t>
            </a:r>
          </a:p>
          <a:p>
            <a:pPr algn="just" eaLnBrk="0" hangingPunct="0">
              <a:lnSpc>
                <a:spcPct val="150000"/>
              </a:lnSpc>
              <a:spcBef>
                <a:spcPts val="1200"/>
              </a:spcBef>
              <a:buNone/>
            </a:pPr>
            <a:r>
              <a:rPr lang="en-IN" sz="1600" dirty="0">
                <a:effectLst/>
                <a:latin typeface="Times New Roman" panose="02020603050405020304" pitchFamily="18" charset="0"/>
                <a:ea typeface="Times New Roman" panose="02020603050405020304" pitchFamily="18" charset="0"/>
              </a:rPr>
              <a:t>[4] Marcel Naudé, Kolawole John Adebayo, and Rohan Nanda, </a:t>
            </a:r>
            <a:r>
              <a:rPr lang="en-IN" sz="1600" i="1" dirty="0">
                <a:effectLst/>
                <a:latin typeface="Times New Roman" panose="02020603050405020304" pitchFamily="18" charset="0"/>
                <a:ea typeface="Times New Roman" panose="02020603050405020304" pitchFamily="18" charset="0"/>
              </a:rPr>
              <a:t>A Machine Learning Approach to Detecting Fraudulent Job Types</a:t>
            </a:r>
            <a:r>
              <a:rPr lang="en-IN" sz="1600" dirty="0">
                <a:effectLst/>
                <a:latin typeface="Times New Roman" panose="02020603050405020304" pitchFamily="18" charset="0"/>
                <a:ea typeface="Times New Roman" panose="02020603050405020304" pitchFamily="18" charset="0"/>
              </a:rPr>
              <a:t>, AI &amp; Society, Vol. 38, No. 2, pp. 1013-1024, 2023.</a:t>
            </a:r>
          </a:p>
          <a:p>
            <a:pPr algn="just" eaLnBrk="0" hangingPunct="0">
              <a:lnSpc>
                <a:spcPct val="150000"/>
              </a:lnSpc>
              <a:spcBef>
                <a:spcPts val="1200"/>
              </a:spcBef>
              <a:buNone/>
            </a:pPr>
            <a:r>
              <a:rPr lang="en-IN" sz="1600" dirty="0">
                <a:effectLst/>
                <a:latin typeface="Times New Roman" panose="02020603050405020304" pitchFamily="18" charset="0"/>
                <a:ea typeface="Times New Roman" panose="02020603050405020304" pitchFamily="18" charset="0"/>
              </a:rPr>
              <a:t>[5] Ramakrishnan Vivek, </a:t>
            </a:r>
            <a:r>
              <a:rPr lang="en-IN" sz="1600" i="1" dirty="0">
                <a:effectLst/>
                <a:latin typeface="Times New Roman" panose="02020603050405020304" pitchFamily="18" charset="0"/>
                <a:ea typeface="Times New Roman" panose="02020603050405020304" pitchFamily="18" charset="0"/>
              </a:rPr>
              <a:t>Enhancing Diversity and Reducing Bias in Recruitment through AI</a:t>
            </a:r>
            <a:r>
              <a:rPr lang="en-IN" sz="1600" dirty="0">
                <a:effectLst/>
                <a:latin typeface="Times New Roman" panose="02020603050405020304" pitchFamily="18" charset="0"/>
                <a:ea typeface="Times New Roman" panose="02020603050405020304" pitchFamily="18" charset="0"/>
              </a:rPr>
              <a:t>, Informatics. Economics. Management, Vol. 2, No. 4, pp. 0101-0118, 2023.</a:t>
            </a:r>
          </a:p>
        </p:txBody>
      </p:sp>
    </p:spTree>
    <p:extLst>
      <p:ext uri="{BB962C8B-B14F-4D97-AF65-F5344CB8AC3E}">
        <p14:creationId xmlns:p14="http://schemas.microsoft.com/office/powerpoint/2010/main" val="15165456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4B4F8-607B-E09C-E872-162B4416C2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7B4511-E7B9-5E76-3DE8-9DB94D8D0F87}"/>
              </a:ext>
            </a:extLst>
          </p:cNvPr>
          <p:cNvSpPr>
            <a:spLocks noGrp="1"/>
          </p:cNvSpPr>
          <p:nvPr>
            <p:ph type="title"/>
          </p:nvPr>
        </p:nvSpPr>
        <p:spPr>
          <a:xfrm>
            <a:off x="2880072" y="2843733"/>
            <a:ext cx="6997913" cy="936104"/>
          </a:xfrm>
        </p:spPr>
        <p:txBody>
          <a:bodyPr/>
          <a:lstStyle/>
          <a:p>
            <a:r>
              <a:rPr lang="en-IN" sz="5400" b="1" dirty="0">
                <a:solidFill>
                  <a:schemeClr val="tx1"/>
                </a:solidFill>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2681176211"/>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1_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25821</TotalTime>
  <Words>1550</Words>
  <Application>Microsoft Office PowerPoint</Application>
  <PresentationFormat>Custom</PresentationFormat>
  <Paragraphs>189</Paragraphs>
  <Slides>31</Slides>
  <Notes>3</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31</vt:i4>
      </vt:variant>
    </vt:vector>
  </HeadingPairs>
  <TitlesOfParts>
    <vt:vector size="38" baseType="lpstr">
      <vt:lpstr>Arial</vt:lpstr>
      <vt:lpstr>Times New Roman</vt:lpstr>
      <vt:lpstr>Trebuchet MS</vt:lpstr>
      <vt:lpstr>Wingdings</vt:lpstr>
      <vt:lpstr>Wingdings 3</vt:lpstr>
      <vt:lpstr>Facet</vt:lpstr>
      <vt:lpstr>1_Facet</vt:lpstr>
      <vt:lpstr>PowerPoint Presentation</vt:lpstr>
      <vt:lpstr>PowerPoint Presentation</vt:lpstr>
      <vt:lpstr>Introduction</vt:lpstr>
      <vt:lpstr>Motivation:    </vt:lpstr>
      <vt:lpstr>Objectives:     </vt:lpstr>
      <vt:lpstr> Literature Survey of the existing system </vt:lpstr>
      <vt:lpstr>PowerPoint Presentation</vt:lpstr>
      <vt:lpstr>  Limitations of Existing Systems  </vt:lpstr>
      <vt:lpstr>Introduce AI-powered NLP and ML models for intelligent resume understanding and ranking. Implement semantic matching to analyze context, not just keywords. Provide ATS scoring with detailed feedback, strengths, and improvement tips. Add skill-gap detection and course recommendations for self-improvement. Enable mock interviews for students. Allow HRs to bulk upload resumes, get automated ranking with reasoning, and manage interviews easily. Build a centralized platform where both students and HRs can track, analyze, and optimize hiring activities.</vt:lpstr>
      <vt:lpstr> Problem Statement </vt:lpstr>
      <vt:lpstr>     System Design </vt:lpstr>
      <vt:lpstr>Students upload resumes; HRs submit job descriptions. Text is preprocessed and analyzed using multiple AI models. TF-IDF + Cosine checks keyword relevance. MiniLM + FAISS measures semantic similarity. BART-NLI performs skill-gap and entailment analysis. JobBERT NER extracts skills, degrees, and experience. LSTM Network predicts career progression. All model outputs are combined using a Weighted Ensemble and ranked by RankNet. SHAP provides interpretability for HR insights. Final results (ATS scores, rankings, gaps) are stored in SQLite + FAISS and shown in Student and HR portals.</vt:lpstr>
      <vt:lpstr>Technologies and methodologies  </vt:lpstr>
      <vt:lpstr>Technologies and methodologies  </vt:lpstr>
      <vt:lpstr>Implementation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SDG Goal Alignment</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v b</dc:creator>
  <cp:lastModifiedBy>Aabha Bhide</cp:lastModifiedBy>
  <cp:revision>62</cp:revision>
  <cp:lastPrinted>1601-01-01T00:00:00Z</cp:lastPrinted>
  <dcterms:created xsi:type="dcterms:W3CDTF">2017-10-25T08:22:14Z</dcterms:created>
  <dcterms:modified xsi:type="dcterms:W3CDTF">2026-03-01T19:42:21Z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12.0000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0</vt:i4>
  </property>
  <property fmtid="{D5CDD505-2E9C-101B-9397-08002B2CF9AE}" pid="8" name="PresentationFormat">
    <vt:lpwstr>Custom</vt:lpwstr>
  </property>
  <property fmtid="{D5CDD505-2E9C-101B-9397-08002B2CF9AE}" pid="9" name="ScaleCrop">
    <vt:bool>false</vt:bool>
  </property>
  <property fmtid="{D5CDD505-2E9C-101B-9397-08002B2CF9AE}" pid="10" name="ShareDoc">
    <vt:bool>false</vt:bool>
  </property>
  <property fmtid="{D5CDD505-2E9C-101B-9397-08002B2CF9AE}" pid="11" name="Slides">
    <vt:i4>6</vt:i4>
  </property>
</Properties>
</file>